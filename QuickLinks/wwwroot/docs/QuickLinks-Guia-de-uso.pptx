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</p:sldIdLst>
  <p:notesMasterIdLst>
    <p:notesMasterId r:id="rId2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Inicio" id="{e9004387-daf3-90f8-7a8f-a71b0473af0d}">
          <p14:sldIdLst>
            <p14:sldId id="256"/>
            <p14:sldId id="257"/>
          </p14:sldIdLst>
        </p14:section>
        <p14:section name="Para usuarios" id="{7ddbf1cc-238e-a225-8603-76dff2c9991e}">
          <p14:sldIdLst>
            <p14:sldId id="258"/>
            <p14:sldId id="259"/>
            <p14:sldId id="260"/>
            <p14:sldId id="261"/>
            <p14:sldId id="262"/>
            <p14:sldId id="263"/>
            <p14:sldId id="264"/>
            <p14:sldId id="265"/>
          </p14:sldIdLst>
        </p14:section>
        <p14:section name="Para administradores" id="{fa74acd6-112a-2abb-d7da-0d1861304819}">
          <p14:sldIdLst>
            <p14:sldId id="266"/>
            <p14:sldId id="267"/>
            <p14:sldId id="268"/>
            <p14:sldId id="269"/>
            <p14:sldId id="270"/>
            <p14:sldId id="271"/>
            <p14:sldId id="272"/>
            <p14:sldId id="273"/>
            <p14:sldId id="274"/>
            <p14:sldId id="275"/>
            <p14:sldId id="276"/>
          </p14:sldIdLst>
        </p14:section>
        <p14:section name="Cierre" id="{e1afc621-bc44-86f1-359e-d235976a2335}">
          <p14:sldIdLst>
            <p14:sldId id="277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notesMaster" Target="notesMasters/notesMaster1.xml"/><Relationship Id="rId25" Type="http://schemas.openxmlformats.org/officeDocument/2006/relationships/presProps" Target="presProps.xml"/><Relationship Id="rId26" Type="http://schemas.openxmlformats.org/officeDocument/2006/relationships/viewProps" Target="viewProps.xml"/><Relationship Id="rId27" Type="http://schemas.openxmlformats.org/officeDocument/2006/relationships/theme" Target="theme/theme1.xml"/><Relationship Id="rId2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 búsqueda revisa nombre y descripción. La dirección de la página guarda la búsqueda, así que puedes compartirla.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Fijadas y recientes se guardan en el navegador de cada persona; no requieren cuenta.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Si desactivan tu usuario, tu sesión se cierra en la siguiente acción.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Al editar un usuario, deja la contraseña vacía para conservar la actual.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ORTADA">
    <p:bg>
      <p:bgPr>
        <a:solidFill>
          <a:schemeClr val="accen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2103120"/>
            <a:ext cx="10698480" cy="11887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54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54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3429000"/>
            <a:ext cx="10698480" cy="10972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200" dirty="0">
                <a:solidFill>
                  <a:schemeClr val="bg2"/>
                </a:solidFill>
              </a:defRPr>
            </a:lvl1pPr>
          </a:lstStyle>
          <a:p>
            <a:pPr algn="l" indent="0" marL="0">
              <a:buNone/>
            </a:pPr>
            <a:endParaRPr lang="en-US" sz="22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CION">
    <p:bg>
      <p:bgPr>
        <a:solidFill>
          <a:schemeClr val="tx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2377440"/>
            <a:ext cx="10698480" cy="10058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8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48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3474720"/>
            <a:ext cx="10698480" cy="9144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000" dirty="0">
                <a:solidFill>
                  <a:schemeClr val="bg2"/>
                </a:solidFill>
              </a:defRPr>
            </a:lvl1pPr>
          </a:lstStyle>
          <a:p>
            <a:pPr algn="l" indent="0" marL="0">
              <a:buNone/>
            </a:pPr>
            <a:endParaRPr lang="en-US" sz="2000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IDO"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600" b="1" dirty="0">
                <a:solidFill>
                  <a:schemeClr val="tx2"/>
                </a:solidFill>
              </a:defRPr>
            </a:lvl1pPr>
          </a:lstStyle>
          <a:p>
            <a:pPr algn="l" indent="0" marL="0">
              <a:buNone/>
            </a:pPr>
            <a:endParaRPr lang="en-US" sz="3600" dirty="0"/>
          </a:p>
        </p:txBody>
      </p:sp>
      <p:sp>
        <p:nvSpPr>
          <p:cNvPr id="3" name="Text 0"/>
          <p:cNvSpPr/>
          <p:nvPr/>
        </p:nvSpPr>
        <p:spPr>
          <a:xfrm>
            <a:off x="457200" y="6400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5"/>
                </a:solidFill>
              </a:rPr>
              <a:t>QuickLinks · Guía de uso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4552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4748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4552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4748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slideLayout" Target="../slideLayouts/slideLayout4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image" Target="../media/image-15-2.png"/><Relationship Id="rId3" Type="http://schemas.openxmlformats.org/officeDocument/2006/relationships/slideLayout" Target="../slideLayouts/slideLayout4.xml"/><Relationship Id="rId4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image" Target="../media/image-16-2.png"/><Relationship Id="rId3" Type="http://schemas.openxmlformats.org/officeDocument/2006/relationships/slideLayout" Target="../slideLayouts/slideLayout4.xml"/><Relationship Id="rId4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2103120"/>
            <a:ext cx="10698480" cy="118872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l" indent="0" marL="0">
              <a:buNone/>
            </a:pPr>
            <a:r>
              <a:rPr lang="en-US" sz="5400" b="1" dirty="0">
                <a:solidFill>
                  <a:schemeClr val="bg1"/>
                </a:solidFill>
              </a:rPr>
              <a:t>QuickLinks · Guía de uso</a:t>
            </a:r>
            <a:endParaRPr lang="en-US" sz="54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3429000"/>
            <a:ext cx="1069848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2200" dirty="0">
                <a:solidFill>
                  <a:schemeClr val="bg2"/>
                </a:solidFill>
              </a:rPr>
              <a:t>Cómo encontrar y abrir tus aplicaciones, y cómo administrar el portal</a:t>
            </a:r>
            <a:endParaRPr lang="en-US" sz="22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585216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bg2"/>
                </a:solidFill>
              </a:rPr>
              <a:t>Versión 1.0.0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2"/>
                </a:solidFill>
              </a:rPr>
              <a:t>¿Qué encontrarás en esta guía?</a:t>
            </a:r>
            <a:endParaRPr lang="en-US" sz="3600" dirty="0"/>
          </a:p>
        </p:txBody>
      </p:sp>
      <p:sp>
        <p:nvSpPr>
          <p:cNvPr id="3" name="Tarjeta Para usuarios"/>
          <p:cNvSpPr/>
          <p:nvPr/>
        </p:nvSpPr>
        <p:spPr>
          <a:xfrm>
            <a:off x="457200" y="1371600"/>
            <a:ext cx="5486400" cy="4480560"/>
          </a:xfrm>
          <a:prstGeom prst="roundRect">
            <a:avLst>
              <a:gd name="adj" fmla="val 3061"/>
            </a:avLst>
          </a:prstGeom>
          <a:solidFill>
            <a:schemeClr val="bg2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" name="Circulo Para usuarios"/>
          <p:cNvSpPr/>
          <p:nvPr/>
        </p:nvSpPr>
        <p:spPr>
          <a:xfrm>
            <a:off x="822960" y="1691640"/>
            <a:ext cx="640080" cy="64008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822960" y="16916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chemeClr val="bg1"/>
                </a:solidFill>
              </a:rPr>
              <a:t>1</a:t>
            </a:r>
            <a:endParaRPr lang="en-US" sz="2400" dirty="0"/>
          </a:p>
        </p:txBody>
      </p:sp>
      <p:sp>
        <p:nvSpPr>
          <p:cNvPr id="6" name="Text 4"/>
          <p:cNvSpPr txBox="1"/>
          <p:nvPr/>
        </p:nvSpPr>
        <p:spPr>
          <a:xfrm>
            <a:off x="1645920" y="1691640"/>
            <a:ext cx="4114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chemeClr val="tx1"/>
                </a:solidFill>
              </a:rPr>
              <a:t>Para usuarios</a:t>
            </a:r>
            <a:endParaRPr lang="en-US" sz="2400" dirty="0"/>
          </a:p>
        </p:txBody>
      </p:sp>
      <p:sp>
        <p:nvSpPr>
          <p:cNvPr id="7" name="Text 5"/>
          <p:cNvSpPr txBox="1"/>
          <p:nvPr/>
        </p:nvSpPr>
        <p:spPr>
          <a:xfrm>
            <a:off x="868680" y="2606040"/>
            <a:ext cx="475488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Ver todas las aplicaciones disponibles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Buscar y filtrar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Ver el detalle y abrir una aplicación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Fijar tus favoritas y ver las recientes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Avisos y aplicaciones en mantenimiento</a:t>
            </a:r>
            <a:endParaRPr lang="en-US" sz="1600" dirty="0"/>
          </a:p>
        </p:txBody>
      </p:sp>
      <p:sp>
        <p:nvSpPr>
          <p:cNvPr id="8" name="Tarjeta Para administradores"/>
          <p:cNvSpPr/>
          <p:nvPr/>
        </p:nvSpPr>
        <p:spPr>
          <a:xfrm>
            <a:off x="6217920" y="1371600"/>
            <a:ext cx="5486400" cy="4480560"/>
          </a:xfrm>
          <a:prstGeom prst="roundRect">
            <a:avLst>
              <a:gd name="adj" fmla="val 3061"/>
            </a:avLst>
          </a:prstGeom>
          <a:solidFill>
            <a:schemeClr val="bg2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Circulo Para administradores"/>
          <p:cNvSpPr/>
          <p:nvPr/>
        </p:nvSpPr>
        <p:spPr>
          <a:xfrm>
            <a:off x="6583680" y="1691640"/>
            <a:ext cx="640080" cy="640080"/>
          </a:xfrm>
          <a:prstGeom prst="ellipse">
            <a:avLst/>
          </a:prstGeom>
          <a:solidFill>
            <a:schemeClr val="accent3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6583680" y="16916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chemeClr val="bg1"/>
                </a:solidFill>
              </a:rPr>
              <a:t>2</a:t>
            </a:r>
            <a:endParaRPr lang="en-US" sz="2400" dirty="0"/>
          </a:p>
        </p:txBody>
      </p:sp>
      <p:sp>
        <p:nvSpPr>
          <p:cNvPr id="11" name="Text 9"/>
          <p:cNvSpPr txBox="1"/>
          <p:nvPr/>
        </p:nvSpPr>
        <p:spPr>
          <a:xfrm>
            <a:off x="7406640" y="1691640"/>
            <a:ext cx="4114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chemeClr val="tx1"/>
                </a:solidFill>
              </a:rPr>
              <a:t>Para administradores</a:t>
            </a:r>
            <a:endParaRPr lang="en-US" sz="2400" dirty="0"/>
          </a:p>
        </p:txBody>
      </p:sp>
      <p:sp>
        <p:nvSpPr>
          <p:cNvPr id="12" name="Text 10"/>
          <p:cNvSpPr txBox="1"/>
          <p:nvPr/>
        </p:nvSpPr>
        <p:spPr>
          <a:xfrm>
            <a:off x="6629400" y="2606040"/>
            <a:ext cx="475488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Iniciar sesión de forma segura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Dar de alta y editar aplicaciones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Organizar con categorías, grupos, sitios y edificios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Publicar avisos y programar mantenimientos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Gestionar usuarios y personalizar el portal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4552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4748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2377440"/>
            <a:ext cx="10698480" cy="100584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l" indent="0" marL="0">
              <a:buNone/>
            </a:pPr>
            <a:r>
              <a:rPr lang="en-US" sz="4800" b="1" dirty="0">
                <a:solidFill>
                  <a:schemeClr val="bg1"/>
                </a:solidFill>
              </a:rPr>
              <a:t>Para usuarios</a:t>
            </a:r>
            <a:endParaRPr lang="en-US" sz="48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3474720"/>
            <a:ext cx="1069848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2000" dirty="0">
                <a:solidFill>
                  <a:schemeClr val="bg2"/>
                </a:solidFill>
              </a:rPr>
              <a:t>No necesitas cuenta: abre el portal y todas las aplicaciones están a la vista</a:t>
            </a:r>
            <a:endParaRPr lang="en-US" sz="2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2"/>
                </a:solidFill>
              </a:rPr>
              <a:t>El portal de un vistazo</a:t>
            </a:r>
            <a:endParaRPr lang="en-US" sz="3600" dirty="0"/>
          </a:p>
        </p:txBody>
      </p:sp>
      <p:sp>
        <p:nvSpPr>
          <p:cNvPr id="3" name="Marco 01-portal"/>
          <p:cNvSpPr/>
          <p:nvPr/>
        </p:nvSpPr>
        <p:spPr>
          <a:xfrm>
            <a:off x="420624" y="1197864"/>
            <a:ext cx="7662672" cy="4605782"/>
          </a:xfrm>
          <a:prstGeom prst="roundRect">
            <a:avLst>
              <a:gd name="adj" fmla="val 1588"/>
            </a:avLst>
          </a:prstGeom>
          <a:solidFill>
            <a:schemeClr val="bg2"/>
          </a:solidFill>
          <a:ln w="9525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25400" dir="5400000">
              <a:srgbClr val="0F172A">
                <a:alpha val="18000"/>
              </a:srgbClr>
            </a:outerShdw>
          </a:effectLst>
        </p:spPr>
      </p:sp>
      <p:pic>
        <p:nvPicPr>
          <p:cNvPr id="4" name="Captura 01-portal" descr="Captura: portal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234440"/>
            <a:ext cx="7589520" cy="4532630"/>
          </a:xfrm>
          <a:prstGeom prst="rect">
            <a:avLst/>
          </a:prstGeom>
        </p:spPr>
      </p:pic>
      <p:sp>
        <p:nvSpPr>
          <p:cNvPr id="5" name="Marcador 1"/>
          <p:cNvSpPr/>
          <p:nvPr/>
        </p:nvSpPr>
        <p:spPr>
          <a:xfrm>
            <a:off x="3506216" y="1618691"/>
            <a:ext cx="310896" cy="310896"/>
          </a:xfrm>
          <a:prstGeom prst="ellipse">
            <a:avLst/>
          </a:prstGeom>
          <a:solidFill>
            <a:schemeClr val="accent2"/>
          </a:solidFill>
          <a:ln w="1905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25400" dir="5400000">
              <a:srgbClr val="0F172A">
                <a:alpha val="18000"/>
              </a:srgbClr>
            </a:outerShdw>
          </a:effectLst>
        </p:spPr>
      </p:sp>
      <p:sp>
        <p:nvSpPr>
          <p:cNvPr id="6" name="Numero 1"/>
          <p:cNvSpPr txBox="1"/>
          <p:nvPr/>
        </p:nvSpPr>
        <p:spPr>
          <a:xfrm>
            <a:off x="3506216" y="1618691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1</a:t>
            </a:r>
            <a:endParaRPr lang="en-US" sz="1300" dirty="0"/>
          </a:p>
        </p:txBody>
      </p:sp>
      <p:sp>
        <p:nvSpPr>
          <p:cNvPr id="7" name="Marcador 2"/>
          <p:cNvSpPr/>
          <p:nvPr/>
        </p:nvSpPr>
        <p:spPr>
          <a:xfrm>
            <a:off x="4088079" y="1816862"/>
            <a:ext cx="310896" cy="310896"/>
          </a:xfrm>
          <a:prstGeom prst="ellipse">
            <a:avLst/>
          </a:prstGeom>
          <a:solidFill>
            <a:schemeClr val="accent2"/>
          </a:solidFill>
          <a:ln w="1905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25400" dir="5400000">
              <a:srgbClr val="0F172A">
                <a:alpha val="18000"/>
              </a:srgbClr>
            </a:outerShdw>
          </a:effectLst>
        </p:spPr>
      </p:sp>
      <p:sp>
        <p:nvSpPr>
          <p:cNvPr id="8" name="Numero 2"/>
          <p:cNvSpPr txBox="1"/>
          <p:nvPr/>
        </p:nvSpPr>
        <p:spPr>
          <a:xfrm>
            <a:off x="4088079" y="181686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2</a:t>
            </a:r>
            <a:endParaRPr lang="en-US" sz="1300" dirty="0"/>
          </a:p>
        </p:txBody>
      </p:sp>
      <p:sp>
        <p:nvSpPr>
          <p:cNvPr id="9" name="Marcador 3"/>
          <p:cNvSpPr/>
          <p:nvPr/>
        </p:nvSpPr>
        <p:spPr>
          <a:xfrm>
            <a:off x="5192776" y="1618691"/>
            <a:ext cx="310896" cy="310896"/>
          </a:xfrm>
          <a:prstGeom prst="ellipse">
            <a:avLst/>
          </a:prstGeom>
          <a:solidFill>
            <a:schemeClr val="accent2"/>
          </a:solidFill>
          <a:ln w="1905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25400" dir="5400000">
              <a:srgbClr val="0F172A">
                <a:alpha val="18000"/>
              </a:srgbClr>
            </a:outerShdw>
          </a:effectLst>
        </p:spPr>
      </p:sp>
      <p:sp>
        <p:nvSpPr>
          <p:cNvPr id="10" name="Numero 3"/>
          <p:cNvSpPr txBox="1"/>
          <p:nvPr/>
        </p:nvSpPr>
        <p:spPr>
          <a:xfrm>
            <a:off x="5192776" y="1618691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3</a:t>
            </a:r>
            <a:endParaRPr lang="en-US" sz="1300" dirty="0"/>
          </a:p>
        </p:txBody>
      </p:sp>
      <p:sp>
        <p:nvSpPr>
          <p:cNvPr id="11" name="Marcador 4"/>
          <p:cNvSpPr/>
          <p:nvPr/>
        </p:nvSpPr>
        <p:spPr>
          <a:xfrm>
            <a:off x="2072640" y="2015033"/>
            <a:ext cx="310896" cy="310896"/>
          </a:xfrm>
          <a:prstGeom prst="ellipse">
            <a:avLst/>
          </a:prstGeom>
          <a:solidFill>
            <a:schemeClr val="accent2"/>
          </a:solidFill>
          <a:ln w="1905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25400" dir="5400000">
              <a:srgbClr val="0F172A">
                <a:alpha val="18000"/>
              </a:srgbClr>
            </a:outerShdw>
          </a:effectLst>
        </p:spPr>
      </p:sp>
      <p:sp>
        <p:nvSpPr>
          <p:cNvPr id="12" name="Numero 4"/>
          <p:cNvSpPr txBox="1"/>
          <p:nvPr/>
        </p:nvSpPr>
        <p:spPr>
          <a:xfrm>
            <a:off x="2072640" y="2015033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4</a:t>
            </a:r>
            <a:endParaRPr lang="en-US" sz="1300" dirty="0"/>
          </a:p>
        </p:txBody>
      </p:sp>
      <p:sp>
        <p:nvSpPr>
          <p:cNvPr id="13" name="Marcador 5"/>
          <p:cNvSpPr/>
          <p:nvPr/>
        </p:nvSpPr>
        <p:spPr>
          <a:xfrm>
            <a:off x="563169" y="2343912"/>
            <a:ext cx="310896" cy="310896"/>
          </a:xfrm>
          <a:prstGeom prst="ellipse">
            <a:avLst/>
          </a:prstGeom>
          <a:solidFill>
            <a:schemeClr val="accent2"/>
          </a:solidFill>
          <a:ln w="1905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25400" dir="5400000">
              <a:srgbClr val="0F172A">
                <a:alpha val="18000"/>
              </a:srgbClr>
            </a:outerShdw>
          </a:effectLst>
        </p:spPr>
      </p:sp>
      <p:sp>
        <p:nvSpPr>
          <p:cNvPr id="14" name="Numero 5"/>
          <p:cNvSpPr txBox="1"/>
          <p:nvPr/>
        </p:nvSpPr>
        <p:spPr>
          <a:xfrm>
            <a:off x="563169" y="234391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5</a:t>
            </a:r>
            <a:endParaRPr lang="en-US" sz="1300" dirty="0"/>
          </a:p>
        </p:txBody>
      </p:sp>
      <p:sp>
        <p:nvSpPr>
          <p:cNvPr id="15" name="Marcador 6"/>
          <p:cNvSpPr/>
          <p:nvPr/>
        </p:nvSpPr>
        <p:spPr>
          <a:xfrm>
            <a:off x="1237793" y="2289099"/>
            <a:ext cx="310896" cy="310896"/>
          </a:xfrm>
          <a:prstGeom prst="ellipse">
            <a:avLst/>
          </a:prstGeom>
          <a:solidFill>
            <a:schemeClr val="accent2"/>
          </a:solidFill>
          <a:ln w="1905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25400" dir="5400000">
              <a:srgbClr val="0F172A">
                <a:alpha val="18000"/>
              </a:srgbClr>
            </a:outerShdw>
          </a:effectLst>
        </p:spPr>
      </p:sp>
      <p:sp>
        <p:nvSpPr>
          <p:cNvPr id="16" name="Numero 6"/>
          <p:cNvSpPr txBox="1"/>
          <p:nvPr/>
        </p:nvSpPr>
        <p:spPr>
          <a:xfrm>
            <a:off x="1237793" y="2289099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6</a:t>
            </a:r>
            <a:endParaRPr lang="en-US" sz="1300" dirty="0"/>
          </a:p>
        </p:txBody>
      </p:sp>
      <p:sp>
        <p:nvSpPr>
          <p:cNvPr id="17" name="Marcador 7"/>
          <p:cNvSpPr/>
          <p:nvPr/>
        </p:nvSpPr>
        <p:spPr>
          <a:xfrm>
            <a:off x="7300976" y="1234999"/>
            <a:ext cx="310896" cy="310896"/>
          </a:xfrm>
          <a:prstGeom prst="ellipse">
            <a:avLst/>
          </a:prstGeom>
          <a:solidFill>
            <a:schemeClr val="accent2"/>
          </a:solidFill>
          <a:ln w="1905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25400" dir="5400000">
              <a:srgbClr val="0F172A">
                <a:alpha val="18000"/>
              </a:srgbClr>
            </a:outerShdw>
          </a:effectLst>
        </p:spPr>
      </p:sp>
      <p:sp>
        <p:nvSpPr>
          <p:cNvPr id="18" name="Numero 7"/>
          <p:cNvSpPr txBox="1"/>
          <p:nvPr/>
        </p:nvSpPr>
        <p:spPr>
          <a:xfrm>
            <a:off x="7300976" y="1234999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7</a:t>
            </a:r>
            <a:endParaRPr lang="en-US" sz="1300" dirty="0"/>
          </a:p>
        </p:txBody>
      </p:sp>
      <p:sp>
        <p:nvSpPr>
          <p:cNvPr id="19" name="Marcador 1"/>
          <p:cNvSpPr/>
          <p:nvPr/>
        </p:nvSpPr>
        <p:spPr>
          <a:xfrm>
            <a:off x="8476488" y="1252728"/>
            <a:ext cx="329184" cy="329184"/>
          </a:xfrm>
          <a:prstGeom prst="ellipse">
            <a:avLst/>
          </a:prstGeom>
          <a:solidFill>
            <a:schemeClr val="accent2"/>
          </a:solidFill>
          <a:ln w="1905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25400" dir="5400000">
              <a:srgbClr val="0F172A">
                <a:alpha val="18000"/>
              </a:srgbClr>
            </a:outerShdw>
          </a:effectLst>
        </p:spPr>
      </p:sp>
      <p:sp>
        <p:nvSpPr>
          <p:cNvPr id="20" name="Numero 1"/>
          <p:cNvSpPr txBox="1"/>
          <p:nvPr/>
        </p:nvSpPr>
        <p:spPr>
          <a:xfrm>
            <a:off x="8476488" y="125272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1</a:t>
            </a:r>
            <a:endParaRPr lang="en-US" sz="1300" dirty="0"/>
          </a:p>
        </p:txBody>
      </p:sp>
      <p:sp>
        <p:nvSpPr>
          <p:cNvPr id="21" name="Leyenda 1"/>
          <p:cNvSpPr txBox="1"/>
          <p:nvPr/>
        </p:nvSpPr>
        <p:spPr>
          <a:xfrm>
            <a:off x="8915400" y="1234440"/>
            <a:ext cx="2816352" cy="65967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Buscador</a:t>
            </a:r>
            <a:endParaRPr lang="en-US" sz="1400" dirty="0"/>
          </a:p>
          <a:p>
            <a:pPr indent="0" marL="0">
              <a:buNone/>
            </a:pPr>
            <a:r>
              <a:rPr lang="en-US" sz="1200" dirty="0">
                <a:solidFill>
                  <a:schemeClr val="accent5"/>
                </a:solidFill>
              </a:rPr>
              <a:t>Escribe parte del nombre o la descripción; los resultados se actualizan solos.</a:t>
            </a:r>
            <a:endParaRPr lang="en-US" sz="1400" dirty="0"/>
          </a:p>
        </p:txBody>
      </p:sp>
      <p:sp>
        <p:nvSpPr>
          <p:cNvPr id="22" name="Marcador 2"/>
          <p:cNvSpPr/>
          <p:nvPr/>
        </p:nvSpPr>
        <p:spPr>
          <a:xfrm>
            <a:off x="8476488" y="1958122"/>
            <a:ext cx="329184" cy="329184"/>
          </a:xfrm>
          <a:prstGeom prst="ellipse">
            <a:avLst/>
          </a:prstGeom>
          <a:solidFill>
            <a:schemeClr val="accent2"/>
          </a:solidFill>
          <a:ln w="1905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25400" dir="5400000">
              <a:srgbClr val="0F172A">
                <a:alpha val="18000"/>
              </a:srgbClr>
            </a:outerShdw>
          </a:effectLst>
        </p:spPr>
      </p:sp>
      <p:sp>
        <p:nvSpPr>
          <p:cNvPr id="23" name="Numero 2"/>
          <p:cNvSpPr txBox="1"/>
          <p:nvPr/>
        </p:nvSpPr>
        <p:spPr>
          <a:xfrm>
            <a:off x="8476488" y="195812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2</a:t>
            </a:r>
            <a:endParaRPr lang="en-US" sz="1300" dirty="0"/>
          </a:p>
        </p:txBody>
      </p:sp>
      <p:sp>
        <p:nvSpPr>
          <p:cNvPr id="24" name="Leyenda 2"/>
          <p:cNvSpPr txBox="1"/>
          <p:nvPr/>
        </p:nvSpPr>
        <p:spPr>
          <a:xfrm>
            <a:off x="8915400" y="1939834"/>
            <a:ext cx="2816352" cy="65967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Filtros</a:t>
            </a:r>
            <a:endParaRPr lang="en-US" sz="1400" dirty="0"/>
          </a:p>
          <a:p>
            <a:pPr indent="0" marL="0">
              <a:buNone/>
            </a:pPr>
            <a:r>
              <a:rPr lang="en-US" sz="1200" dirty="0">
                <a:solidFill>
                  <a:schemeClr val="accent5"/>
                </a:solidFill>
              </a:rPr>
              <a:t>Muestra u oculta el panel para filtrar por categoría, sitio, edificio o grupo.</a:t>
            </a:r>
            <a:endParaRPr lang="en-US" sz="1400" dirty="0"/>
          </a:p>
        </p:txBody>
      </p:sp>
      <p:sp>
        <p:nvSpPr>
          <p:cNvPr id="25" name="Marcador 3"/>
          <p:cNvSpPr/>
          <p:nvPr/>
        </p:nvSpPr>
        <p:spPr>
          <a:xfrm>
            <a:off x="8476488" y="2663517"/>
            <a:ext cx="329184" cy="329184"/>
          </a:xfrm>
          <a:prstGeom prst="ellipse">
            <a:avLst/>
          </a:prstGeom>
          <a:solidFill>
            <a:schemeClr val="accent2"/>
          </a:solidFill>
          <a:ln w="1905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25400" dir="5400000">
              <a:srgbClr val="0F172A">
                <a:alpha val="18000"/>
              </a:srgbClr>
            </a:outerShdw>
          </a:effectLst>
        </p:spPr>
      </p:sp>
      <p:sp>
        <p:nvSpPr>
          <p:cNvPr id="26" name="Numero 3"/>
          <p:cNvSpPr txBox="1"/>
          <p:nvPr/>
        </p:nvSpPr>
        <p:spPr>
          <a:xfrm>
            <a:off x="8476488" y="2663517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3</a:t>
            </a:r>
            <a:endParaRPr lang="en-US" sz="1300" dirty="0"/>
          </a:p>
        </p:txBody>
      </p:sp>
      <p:sp>
        <p:nvSpPr>
          <p:cNvPr id="27" name="Leyenda 3"/>
          <p:cNvSpPr txBox="1"/>
          <p:nvPr/>
        </p:nvSpPr>
        <p:spPr>
          <a:xfrm>
            <a:off x="8915400" y="2645229"/>
            <a:ext cx="2816352" cy="65967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Contador</a:t>
            </a:r>
            <a:endParaRPr lang="en-US" sz="1400" dirty="0"/>
          </a:p>
          <a:p>
            <a:pPr indent="0" marL="0">
              <a:buNone/>
            </a:pPr>
            <a:r>
              <a:rPr lang="en-US" sz="1200" dirty="0">
                <a:solidFill>
                  <a:schemeClr val="accent5"/>
                </a:solidFill>
              </a:rPr>
              <a:t>Cuántas aplicaciones coinciden con tu búsqueda y filtros.</a:t>
            </a:r>
            <a:endParaRPr lang="en-US" sz="1400" dirty="0"/>
          </a:p>
        </p:txBody>
      </p:sp>
      <p:sp>
        <p:nvSpPr>
          <p:cNvPr id="28" name="Marcador 4"/>
          <p:cNvSpPr/>
          <p:nvPr/>
        </p:nvSpPr>
        <p:spPr>
          <a:xfrm>
            <a:off x="8476488" y="3368911"/>
            <a:ext cx="329184" cy="329184"/>
          </a:xfrm>
          <a:prstGeom prst="ellipse">
            <a:avLst/>
          </a:prstGeom>
          <a:solidFill>
            <a:schemeClr val="accent2"/>
          </a:solidFill>
          <a:ln w="1905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25400" dir="5400000">
              <a:srgbClr val="0F172A">
                <a:alpha val="18000"/>
              </a:srgbClr>
            </a:outerShdw>
          </a:effectLst>
        </p:spPr>
      </p:sp>
      <p:sp>
        <p:nvSpPr>
          <p:cNvPr id="29" name="Numero 4"/>
          <p:cNvSpPr txBox="1"/>
          <p:nvPr/>
        </p:nvSpPr>
        <p:spPr>
          <a:xfrm>
            <a:off x="8476488" y="3368911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4</a:t>
            </a:r>
            <a:endParaRPr lang="en-US" sz="1300" dirty="0"/>
          </a:p>
        </p:txBody>
      </p:sp>
      <p:sp>
        <p:nvSpPr>
          <p:cNvPr id="30" name="Leyenda 4"/>
          <p:cNvSpPr txBox="1"/>
          <p:nvPr/>
        </p:nvSpPr>
        <p:spPr>
          <a:xfrm>
            <a:off x="8915400" y="3350623"/>
            <a:ext cx="2816352" cy="65967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Secciones por categoría</a:t>
            </a:r>
            <a:endParaRPr lang="en-US" sz="1400" dirty="0"/>
          </a:p>
          <a:p>
            <a:pPr indent="0" marL="0">
              <a:buNone/>
            </a:pPr>
            <a:r>
              <a:rPr lang="en-US" sz="1200" dirty="0">
                <a:solidFill>
                  <a:schemeClr val="accent5"/>
                </a:solidFill>
              </a:rPr>
              <a:t>Las aplicaciones se agrupan por categoría, cada una con su color.</a:t>
            </a:r>
            <a:endParaRPr lang="en-US" sz="1400" dirty="0"/>
          </a:p>
        </p:txBody>
      </p:sp>
      <p:sp>
        <p:nvSpPr>
          <p:cNvPr id="31" name="Marcador 5"/>
          <p:cNvSpPr/>
          <p:nvPr/>
        </p:nvSpPr>
        <p:spPr>
          <a:xfrm>
            <a:off x="8476488" y="4074305"/>
            <a:ext cx="329184" cy="329184"/>
          </a:xfrm>
          <a:prstGeom prst="ellipse">
            <a:avLst/>
          </a:prstGeom>
          <a:solidFill>
            <a:schemeClr val="accent2"/>
          </a:solidFill>
          <a:ln w="1905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25400" dir="5400000">
              <a:srgbClr val="0F172A">
                <a:alpha val="18000"/>
              </a:srgbClr>
            </a:outerShdw>
          </a:effectLst>
        </p:spPr>
      </p:sp>
      <p:sp>
        <p:nvSpPr>
          <p:cNvPr id="32" name="Numero 5"/>
          <p:cNvSpPr txBox="1"/>
          <p:nvPr/>
        </p:nvSpPr>
        <p:spPr>
          <a:xfrm>
            <a:off x="8476488" y="4074305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5</a:t>
            </a:r>
            <a:endParaRPr lang="en-US" sz="1300" dirty="0"/>
          </a:p>
        </p:txBody>
      </p:sp>
      <p:sp>
        <p:nvSpPr>
          <p:cNvPr id="33" name="Leyenda 5"/>
          <p:cNvSpPr txBox="1"/>
          <p:nvPr/>
        </p:nvSpPr>
        <p:spPr>
          <a:xfrm>
            <a:off x="8915400" y="4056017"/>
            <a:ext cx="2816352" cy="65967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Tarjeta de aplicación</a:t>
            </a:r>
            <a:endParaRPr lang="en-US" sz="1400" dirty="0"/>
          </a:p>
          <a:p>
            <a:pPr indent="0" marL="0">
              <a:buNone/>
            </a:pPr>
            <a:r>
              <a:rPr lang="en-US" sz="1200" dirty="0">
                <a:solidFill>
                  <a:schemeClr val="accent5"/>
                </a:solidFill>
              </a:rPr>
              <a:t>Haz clic en el logo o el nombre para abrir la aplicación en otra pestaña.</a:t>
            </a:r>
            <a:endParaRPr lang="en-US" sz="1400" dirty="0"/>
          </a:p>
        </p:txBody>
      </p:sp>
      <p:sp>
        <p:nvSpPr>
          <p:cNvPr id="34" name="Marcador 6"/>
          <p:cNvSpPr/>
          <p:nvPr/>
        </p:nvSpPr>
        <p:spPr>
          <a:xfrm>
            <a:off x="8476488" y="4779699"/>
            <a:ext cx="329184" cy="329184"/>
          </a:xfrm>
          <a:prstGeom prst="ellipse">
            <a:avLst/>
          </a:prstGeom>
          <a:solidFill>
            <a:schemeClr val="accent2"/>
          </a:solidFill>
          <a:ln w="1905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25400" dir="5400000">
              <a:srgbClr val="0F172A">
                <a:alpha val="18000"/>
              </a:srgbClr>
            </a:outerShdw>
          </a:effectLst>
        </p:spPr>
      </p:sp>
      <p:sp>
        <p:nvSpPr>
          <p:cNvPr id="35" name="Numero 6"/>
          <p:cNvSpPr txBox="1"/>
          <p:nvPr/>
        </p:nvSpPr>
        <p:spPr>
          <a:xfrm>
            <a:off x="8476488" y="4779699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6</a:t>
            </a:r>
            <a:endParaRPr lang="en-US" sz="1300" dirty="0"/>
          </a:p>
        </p:txBody>
      </p:sp>
      <p:sp>
        <p:nvSpPr>
          <p:cNvPr id="36" name="Leyenda 6"/>
          <p:cNvSpPr txBox="1"/>
          <p:nvPr/>
        </p:nvSpPr>
        <p:spPr>
          <a:xfrm>
            <a:off x="8915400" y="4761411"/>
            <a:ext cx="2816352" cy="65967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Botón de información (i)</a:t>
            </a:r>
            <a:endParaRPr lang="en-US" sz="1400" dirty="0"/>
          </a:p>
          <a:p>
            <a:pPr indent="0" marL="0">
              <a:buNone/>
            </a:pPr>
            <a:r>
              <a:rPr lang="en-US" sz="1200" dirty="0">
                <a:solidFill>
                  <a:schemeClr val="accent5"/>
                </a:solidFill>
              </a:rPr>
              <a:t>Abre el detalle: descripción, responsable, manual, versión y fijar.</a:t>
            </a:r>
            <a:endParaRPr lang="en-US" sz="1400" dirty="0"/>
          </a:p>
        </p:txBody>
      </p:sp>
      <p:sp>
        <p:nvSpPr>
          <p:cNvPr id="37" name="Marcador 7"/>
          <p:cNvSpPr/>
          <p:nvPr/>
        </p:nvSpPr>
        <p:spPr>
          <a:xfrm>
            <a:off x="8476488" y="5485094"/>
            <a:ext cx="329184" cy="329184"/>
          </a:xfrm>
          <a:prstGeom prst="ellipse">
            <a:avLst/>
          </a:prstGeom>
          <a:solidFill>
            <a:schemeClr val="accent2"/>
          </a:solidFill>
          <a:ln w="1905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25400" dir="5400000">
              <a:srgbClr val="0F172A">
                <a:alpha val="18000"/>
              </a:srgbClr>
            </a:outerShdw>
          </a:effectLst>
        </p:spPr>
      </p:sp>
      <p:sp>
        <p:nvSpPr>
          <p:cNvPr id="38" name="Numero 7"/>
          <p:cNvSpPr txBox="1"/>
          <p:nvPr/>
        </p:nvSpPr>
        <p:spPr>
          <a:xfrm>
            <a:off x="8476488" y="5485094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7</a:t>
            </a:r>
            <a:endParaRPr lang="en-US" sz="1300" dirty="0"/>
          </a:p>
        </p:txBody>
      </p:sp>
      <p:sp>
        <p:nvSpPr>
          <p:cNvPr id="39" name="Leyenda 7"/>
          <p:cNvSpPr txBox="1"/>
          <p:nvPr/>
        </p:nvSpPr>
        <p:spPr>
          <a:xfrm>
            <a:off x="8915400" y="5466806"/>
            <a:ext cx="2816352" cy="65967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Menú ⋮</a:t>
            </a:r>
            <a:endParaRPr lang="en-US" sz="1400" dirty="0"/>
          </a:p>
          <a:p>
            <a:pPr indent="0" marL="0">
              <a:buNone/>
            </a:pPr>
            <a:r>
              <a:rPr lang="en-US" sz="1200" dirty="0">
                <a:solidFill>
                  <a:schemeClr val="accent5"/>
                </a:solidFill>
              </a:rPr>
              <a:t>Acceso discreto solo para administradores.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4552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4748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2"/>
                </a:solidFill>
              </a:rPr>
              <a:t>Buscar una aplicación</a:t>
            </a:r>
            <a:endParaRPr lang="en-US" sz="3600" dirty="0"/>
          </a:p>
        </p:txBody>
      </p:sp>
      <p:sp>
        <p:nvSpPr>
          <p:cNvPr id="3" name="Marco 03-busqueda"/>
          <p:cNvSpPr/>
          <p:nvPr/>
        </p:nvSpPr>
        <p:spPr>
          <a:xfrm>
            <a:off x="420624" y="1197864"/>
            <a:ext cx="7662672" cy="4605782"/>
          </a:xfrm>
          <a:prstGeom prst="roundRect">
            <a:avLst>
              <a:gd name="adj" fmla="val 1588"/>
            </a:avLst>
          </a:prstGeom>
          <a:solidFill>
            <a:schemeClr val="bg2"/>
          </a:solidFill>
          <a:ln w="9525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25400" dir="5400000">
              <a:srgbClr val="0F172A">
                <a:alpha val="18000"/>
              </a:srgbClr>
            </a:outerShdw>
          </a:effectLst>
        </p:spPr>
      </p:sp>
      <p:pic>
        <p:nvPicPr>
          <p:cNvPr id="4" name="Captura 03-busqueda" descr="Captura: busqueda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234440"/>
            <a:ext cx="7589520" cy="4532630"/>
          </a:xfrm>
          <a:prstGeom prst="rect">
            <a:avLst/>
          </a:prstGeom>
        </p:spPr>
      </p:pic>
      <p:sp>
        <p:nvSpPr>
          <p:cNvPr id="5" name="Marcador 1"/>
          <p:cNvSpPr/>
          <p:nvPr/>
        </p:nvSpPr>
        <p:spPr>
          <a:xfrm>
            <a:off x="1566672" y="1618691"/>
            <a:ext cx="310896" cy="310896"/>
          </a:xfrm>
          <a:prstGeom prst="ellipse">
            <a:avLst/>
          </a:prstGeom>
          <a:solidFill>
            <a:schemeClr val="accent2"/>
          </a:solidFill>
          <a:ln w="1905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25400" dir="5400000">
              <a:srgbClr val="0F172A">
                <a:alpha val="18000"/>
              </a:srgbClr>
            </a:outerShdw>
          </a:effectLst>
        </p:spPr>
      </p:sp>
      <p:sp>
        <p:nvSpPr>
          <p:cNvPr id="6" name="Numero 1"/>
          <p:cNvSpPr txBox="1"/>
          <p:nvPr/>
        </p:nvSpPr>
        <p:spPr>
          <a:xfrm>
            <a:off x="1566672" y="1618691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1</a:t>
            </a:r>
            <a:endParaRPr lang="en-US" sz="1300" dirty="0"/>
          </a:p>
        </p:txBody>
      </p:sp>
      <p:sp>
        <p:nvSpPr>
          <p:cNvPr id="7" name="Marcador 2"/>
          <p:cNvSpPr/>
          <p:nvPr/>
        </p:nvSpPr>
        <p:spPr>
          <a:xfrm>
            <a:off x="3455619" y="1618691"/>
            <a:ext cx="310896" cy="310896"/>
          </a:xfrm>
          <a:prstGeom prst="ellipse">
            <a:avLst/>
          </a:prstGeom>
          <a:solidFill>
            <a:schemeClr val="accent2"/>
          </a:solidFill>
          <a:ln w="1905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25400" dir="5400000">
              <a:srgbClr val="0F172A">
                <a:alpha val="18000"/>
              </a:srgbClr>
            </a:outerShdw>
          </a:effectLst>
        </p:spPr>
      </p:sp>
      <p:sp>
        <p:nvSpPr>
          <p:cNvPr id="8" name="Numero 2"/>
          <p:cNvSpPr txBox="1"/>
          <p:nvPr/>
        </p:nvSpPr>
        <p:spPr>
          <a:xfrm>
            <a:off x="3455619" y="1618691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2</a:t>
            </a:r>
            <a:endParaRPr lang="en-US" sz="1300" dirty="0"/>
          </a:p>
        </p:txBody>
      </p:sp>
      <p:sp>
        <p:nvSpPr>
          <p:cNvPr id="9" name="Marcador 3"/>
          <p:cNvSpPr/>
          <p:nvPr/>
        </p:nvSpPr>
        <p:spPr>
          <a:xfrm>
            <a:off x="5192776" y="1618691"/>
            <a:ext cx="310896" cy="310896"/>
          </a:xfrm>
          <a:prstGeom prst="ellipse">
            <a:avLst/>
          </a:prstGeom>
          <a:solidFill>
            <a:schemeClr val="accent2"/>
          </a:solidFill>
          <a:ln w="1905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25400" dir="5400000">
              <a:srgbClr val="0F172A">
                <a:alpha val="18000"/>
              </a:srgbClr>
            </a:outerShdw>
          </a:effectLst>
        </p:spPr>
      </p:sp>
      <p:sp>
        <p:nvSpPr>
          <p:cNvPr id="10" name="Numero 3"/>
          <p:cNvSpPr txBox="1"/>
          <p:nvPr/>
        </p:nvSpPr>
        <p:spPr>
          <a:xfrm>
            <a:off x="5192776" y="1618691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3</a:t>
            </a:r>
            <a:endParaRPr lang="en-US" sz="1300" dirty="0"/>
          </a:p>
        </p:txBody>
      </p:sp>
      <p:sp>
        <p:nvSpPr>
          <p:cNvPr id="11" name="Marcador 4"/>
          <p:cNvSpPr/>
          <p:nvPr/>
        </p:nvSpPr>
        <p:spPr>
          <a:xfrm>
            <a:off x="563169" y="2343912"/>
            <a:ext cx="310896" cy="310896"/>
          </a:xfrm>
          <a:prstGeom prst="ellipse">
            <a:avLst/>
          </a:prstGeom>
          <a:solidFill>
            <a:schemeClr val="accent2"/>
          </a:solidFill>
          <a:ln w="1905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25400" dir="5400000">
              <a:srgbClr val="0F172A">
                <a:alpha val="18000"/>
              </a:srgbClr>
            </a:outerShdw>
          </a:effectLst>
        </p:spPr>
      </p:sp>
      <p:sp>
        <p:nvSpPr>
          <p:cNvPr id="12" name="Numero 4"/>
          <p:cNvSpPr txBox="1"/>
          <p:nvPr/>
        </p:nvSpPr>
        <p:spPr>
          <a:xfrm>
            <a:off x="563169" y="234391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4</a:t>
            </a:r>
            <a:endParaRPr lang="en-US" sz="1300" dirty="0"/>
          </a:p>
        </p:txBody>
      </p:sp>
      <p:sp>
        <p:nvSpPr>
          <p:cNvPr id="13" name="Marcador 1"/>
          <p:cNvSpPr/>
          <p:nvPr/>
        </p:nvSpPr>
        <p:spPr>
          <a:xfrm>
            <a:off x="8476488" y="1252728"/>
            <a:ext cx="329184" cy="329184"/>
          </a:xfrm>
          <a:prstGeom prst="ellipse">
            <a:avLst/>
          </a:prstGeom>
          <a:solidFill>
            <a:schemeClr val="accent2"/>
          </a:solidFill>
          <a:ln w="1905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25400" dir="5400000">
              <a:srgbClr val="0F172A">
                <a:alpha val="18000"/>
              </a:srgbClr>
            </a:outerShdw>
          </a:effectLst>
        </p:spPr>
      </p:sp>
      <p:sp>
        <p:nvSpPr>
          <p:cNvPr id="14" name="Numero 1"/>
          <p:cNvSpPr txBox="1"/>
          <p:nvPr/>
        </p:nvSpPr>
        <p:spPr>
          <a:xfrm>
            <a:off x="8476488" y="125272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1</a:t>
            </a:r>
            <a:endParaRPr lang="en-US" sz="1300" dirty="0"/>
          </a:p>
        </p:txBody>
      </p:sp>
      <p:sp>
        <p:nvSpPr>
          <p:cNvPr id="15" name="Leyenda 1"/>
          <p:cNvSpPr txBox="1"/>
          <p:nvPr/>
        </p:nvSpPr>
        <p:spPr>
          <a:xfrm>
            <a:off x="8915400" y="1234440"/>
            <a:ext cx="281635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Escribe lo que buscas</a:t>
            </a:r>
            <a:endParaRPr lang="en-US" sz="1400" dirty="0"/>
          </a:p>
          <a:p>
            <a:pPr indent="0" marL="0">
              <a:buNone/>
            </a:pPr>
            <a:r>
              <a:rPr lang="en-US" sz="1200" dirty="0">
                <a:solidFill>
                  <a:schemeClr val="accent5"/>
                </a:solidFill>
              </a:rPr>
              <a:t>Basta con unas letras, por ejemplo "car" encuentra Cartas.</a:t>
            </a:r>
            <a:endParaRPr lang="en-US" sz="1400" dirty="0"/>
          </a:p>
        </p:txBody>
      </p:sp>
      <p:sp>
        <p:nvSpPr>
          <p:cNvPr id="16" name="Marcador 2"/>
          <p:cNvSpPr/>
          <p:nvPr/>
        </p:nvSpPr>
        <p:spPr>
          <a:xfrm>
            <a:off x="8476488" y="2121408"/>
            <a:ext cx="329184" cy="329184"/>
          </a:xfrm>
          <a:prstGeom prst="ellipse">
            <a:avLst/>
          </a:prstGeom>
          <a:solidFill>
            <a:schemeClr val="accent2"/>
          </a:solidFill>
          <a:ln w="1905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25400" dir="5400000">
              <a:srgbClr val="0F172A">
                <a:alpha val="18000"/>
              </a:srgbClr>
            </a:outerShdw>
          </a:effectLst>
        </p:spPr>
      </p:sp>
      <p:sp>
        <p:nvSpPr>
          <p:cNvPr id="17" name="Numero 2"/>
          <p:cNvSpPr txBox="1"/>
          <p:nvPr/>
        </p:nvSpPr>
        <p:spPr>
          <a:xfrm>
            <a:off x="8476488" y="212140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2</a:t>
            </a:r>
            <a:endParaRPr lang="en-US" sz="1300" dirty="0"/>
          </a:p>
        </p:txBody>
      </p:sp>
      <p:sp>
        <p:nvSpPr>
          <p:cNvPr id="18" name="Leyenda 2"/>
          <p:cNvSpPr txBox="1"/>
          <p:nvPr/>
        </p:nvSpPr>
        <p:spPr>
          <a:xfrm>
            <a:off x="8915400" y="2103120"/>
            <a:ext cx="281635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Borrar la búsqueda</a:t>
            </a:r>
            <a:endParaRPr lang="en-US" sz="1400" dirty="0"/>
          </a:p>
          <a:p>
            <a:pPr indent="0" marL="0">
              <a:buNone/>
            </a:pPr>
            <a:r>
              <a:rPr lang="en-US" sz="1200" dirty="0">
                <a:solidFill>
                  <a:schemeClr val="accent5"/>
                </a:solidFill>
              </a:rPr>
              <a:t>La X limpia el texto y vuelve a mostrar todo.</a:t>
            </a:r>
            <a:endParaRPr lang="en-US" sz="1400" dirty="0"/>
          </a:p>
        </p:txBody>
      </p:sp>
      <p:sp>
        <p:nvSpPr>
          <p:cNvPr id="19" name="Marcador 3"/>
          <p:cNvSpPr/>
          <p:nvPr/>
        </p:nvSpPr>
        <p:spPr>
          <a:xfrm>
            <a:off x="8476488" y="2990088"/>
            <a:ext cx="329184" cy="329184"/>
          </a:xfrm>
          <a:prstGeom prst="ellipse">
            <a:avLst/>
          </a:prstGeom>
          <a:solidFill>
            <a:schemeClr val="accent2"/>
          </a:solidFill>
          <a:ln w="1905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25400" dir="5400000">
              <a:srgbClr val="0F172A">
                <a:alpha val="18000"/>
              </a:srgbClr>
            </a:outerShdw>
          </a:effectLst>
        </p:spPr>
      </p:sp>
      <p:sp>
        <p:nvSpPr>
          <p:cNvPr id="20" name="Numero 3"/>
          <p:cNvSpPr txBox="1"/>
          <p:nvPr/>
        </p:nvSpPr>
        <p:spPr>
          <a:xfrm>
            <a:off x="8476488" y="299008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3</a:t>
            </a:r>
            <a:endParaRPr lang="en-US" sz="1300" dirty="0"/>
          </a:p>
        </p:txBody>
      </p:sp>
      <p:sp>
        <p:nvSpPr>
          <p:cNvPr id="21" name="Leyenda 3"/>
          <p:cNvSpPr txBox="1"/>
          <p:nvPr/>
        </p:nvSpPr>
        <p:spPr>
          <a:xfrm>
            <a:off x="8915400" y="2971800"/>
            <a:ext cx="281635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Resultados</a:t>
            </a:r>
            <a:endParaRPr lang="en-US" sz="1400" dirty="0"/>
          </a:p>
          <a:p>
            <a:pPr indent="0" marL="0">
              <a:buNone/>
            </a:pPr>
            <a:r>
              <a:rPr lang="en-US" sz="1200" dirty="0">
                <a:solidFill>
                  <a:schemeClr val="accent5"/>
                </a:solidFill>
              </a:rPr>
              <a:t>El contador indica cuántas aplicaciones coinciden.</a:t>
            </a:r>
            <a:endParaRPr lang="en-US" sz="1400" dirty="0"/>
          </a:p>
        </p:txBody>
      </p:sp>
      <p:sp>
        <p:nvSpPr>
          <p:cNvPr id="22" name="Marcador 4"/>
          <p:cNvSpPr/>
          <p:nvPr/>
        </p:nvSpPr>
        <p:spPr>
          <a:xfrm>
            <a:off x="8476488" y="3858768"/>
            <a:ext cx="329184" cy="329184"/>
          </a:xfrm>
          <a:prstGeom prst="ellipse">
            <a:avLst/>
          </a:prstGeom>
          <a:solidFill>
            <a:schemeClr val="accent2"/>
          </a:solidFill>
          <a:ln w="1905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25400" dir="5400000">
              <a:srgbClr val="0F172A">
                <a:alpha val="18000"/>
              </a:srgbClr>
            </a:outerShdw>
          </a:effectLst>
        </p:spPr>
      </p:sp>
      <p:sp>
        <p:nvSpPr>
          <p:cNvPr id="23" name="Numero 4"/>
          <p:cNvSpPr txBox="1"/>
          <p:nvPr/>
        </p:nvSpPr>
        <p:spPr>
          <a:xfrm>
            <a:off x="8476488" y="385876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4</a:t>
            </a:r>
            <a:endParaRPr lang="en-US" sz="1300" dirty="0"/>
          </a:p>
        </p:txBody>
      </p:sp>
      <p:sp>
        <p:nvSpPr>
          <p:cNvPr id="24" name="Leyenda 4"/>
          <p:cNvSpPr txBox="1"/>
          <p:nvPr/>
        </p:nvSpPr>
        <p:spPr>
          <a:xfrm>
            <a:off x="8915400" y="3840480"/>
            <a:ext cx="281635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Abre el resultado</a:t>
            </a:r>
            <a:endParaRPr lang="en-US" sz="1400" dirty="0"/>
          </a:p>
          <a:p>
            <a:pPr indent="0" marL="0">
              <a:buNone/>
            </a:pPr>
            <a:r>
              <a:rPr lang="en-US" sz="1200" dirty="0">
                <a:solidFill>
                  <a:schemeClr val="accent5"/>
                </a:solidFill>
              </a:rPr>
              <a:t>Las coincidencias se muestran agrupadas igual que en el portal.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4552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4748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2"/>
                </a:solidFill>
              </a:rPr>
              <a:t>Filtrar las aplicaciones</a:t>
            </a:r>
            <a:endParaRPr lang="en-US" sz="3600" dirty="0"/>
          </a:p>
        </p:txBody>
      </p:sp>
      <p:sp>
        <p:nvSpPr>
          <p:cNvPr id="3" name="Marco 02-filtros"/>
          <p:cNvSpPr/>
          <p:nvPr/>
        </p:nvSpPr>
        <p:spPr>
          <a:xfrm>
            <a:off x="420624" y="1197864"/>
            <a:ext cx="7662672" cy="4605782"/>
          </a:xfrm>
          <a:prstGeom prst="roundRect">
            <a:avLst>
              <a:gd name="adj" fmla="val 1588"/>
            </a:avLst>
          </a:prstGeom>
          <a:solidFill>
            <a:schemeClr val="bg2"/>
          </a:solidFill>
          <a:ln w="9525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25400" dir="5400000">
              <a:srgbClr val="0F172A">
                <a:alpha val="18000"/>
              </a:srgbClr>
            </a:outerShdw>
          </a:effectLst>
        </p:spPr>
      </p:sp>
      <p:pic>
        <p:nvPicPr>
          <p:cNvPr id="4" name="Captura 02-filtros" descr="Captura: filtros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234440"/>
            <a:ext cx="7589520" cy="4532630"/>
          </a:xfrm>
          <a:prstGeom prst="rect">
            <a:avLst/>
          </a:prstGeom>
        </p:spPr>
      </p:pic>
      <p:sp>
        <p:nvSpPr>
          <p:cNvPr id="5" name="Marcador 1"/>
          <p:cNvSpPr/>
          <p:nvPr/>
        </p:nvSpPr>
        <p:spPr>
          <a:xfrm>
            <a:off x="4088079" y="1424737"/>
            <a:ext cx="310896" cy="310896"/>
          </a:xfrm>
          <a:prstGeom prst="ellipse">
            <a:avLst/>
          </a:prstGeom>
          <a:solidFill>
            <a:schemeClr val="accent2"/>
          </a:solidFill>
          <a:ln w="1905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25400" dir="5400000">
              <a:srgbClr val="0F172A">
                <a:alpha val="18000"/>
              </a:srgbClr>
            </a:outerShdw>
          </a:effectLst>
        </p:spPr>
      </p:sp>
      <p:sp>
        <p:nvSpPr>
          <p:cNvPr id="6" name="Numero 1"/>
          <p:cNvSpPr txBox="1"/>
          <p:nvPr/>
        </p:nvSpPr>
        <p:spPr>
          <a:xfrm>
            <a:off x="4088079" y="1424737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1</a:t>
            </a:r>
            <a:endParaRPr lang="en-US" sz="1300" dirty="0"/>
          </a:p>
        </p:txBody>
      </p:sp>
      <p:sp>
        <p:nvSpPr>
          <p:cNvPr id="7" name="Marcador 2"/>
          <p:cNvSpPr/>
          <p:nvPr/>
        </p:nvSpPr>
        <p:spPr>
          <a:xfrm>
            <a:off x="2578608" y="2095144"/>
            <a:ext cx="310896" cy="310896"/>
          </a:xfrm>
          <a:prstGeom prst="ellipse">
            <a:avLst/>
          </a:prstGeom>
          <a:solidFill>
            <a:schemeClr val="accent2"/>
          </a:solidFill>
          <a:ln w="1905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25400" dir="5400000">
              <a:srgbClr val="0F172A">
                <a:alpha val="18000"/>
              </a:srgbClr>
            </a:outerShdw>
          </a:effectLst>
        </p:spPr>
      </p:sp>
      <p:sp>
        <p:nvSpPr>
          <p:cNvPr id="8" name="Numero 2"/>
          <p:cNvSpPr txBox="1"/>
          <p:nvPr/>
        </p:nvSpPr>
        <p:spPr>
          <a:xfrm>
            <a:off x="2578608" y="209514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2</a:t>
            </a:r>
            <a:endParaRPr lang="en-US" sz="1300" dirty="0"/>
          </a:p>
        </p:txBody>
      </p:sp>
      <p:sp>
        <p:nvSpPr>
          <p:cNvPr id="9" name="Marcador 3"/>
          <p:cNvSpPr/>
          <p:nvPr/>
        </p:nvSpPr>
        <p:spPr>
          <a:xfrm>
            <a:off x="7385304" y="2095144"/>
            <a:ext cx="310896" cy="310896"/>
          </a:xfrm>
          <a:prstGeom prst="ellipse">
            <a:avLst/>
          </a:prstGeom>
          <a:solidFill>
            <a:schemeClr val="accent2"/>
          </a:solidFill>
          <a:ln w="1905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25400" dir="5400000">
              <a:srgbClr val="0F172A">
                <a:alpha val="18000"/>
              </a:srgbClr>
            </a:outerShdw>
          </a:effectLst>
        </p:spPr>
      </p:sp>
      <p:sp>
        <p:nvSpPr>
          <p:cNvPr id="10" name="Numero 3"/>
          <p:cNvSpPr txBox="1"/>
          <p:nvPr/>
        </p:nvSpPr>
        <p:spPr>
          <a:xfrm>
            <a:off x="7385304" y="209514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3</a:t>
            </a:r>
            <a:endParaRPr lang="en-US" sz="1300" dirty="0"/>
          </a:p>
        </p:txBody>
      </p:sp>
      <p:sp>
        <p:nvSpPr>
          <p:cNvPr id="11" name="Marcador 4"/>
          <p:cNvSpPr/>
          <p:nvPr/>
        </p:nvSpPr>
        <p:spPr>
          <a:xfrm>
            <a:off x="2283460" y="2352345"/>
            <a:ext cx="310896" cy="310896"/>
          </a:xfrm>
          <a:prstGeom prst="ellipse">
            <a:avLst/>
          </a:prstGeom>
          <a:solidFill>
            <a:schemeClr val="accent2"/>
          </a:solidFill>
          <a:ln w="1905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25400" dir="5400000">
              <a:srgbClr val="0F172A">
                <a:alpha val="18000"/>
              </a:srgbClr>
            </a:outerShdw>
          </a:effectLst>
        </p:spPr>
      </p:sp>
      <p:sp>
        <p:nvSpPr>
          <p:cNvPr id="12" name="Numero 4"/>
          <p:cNvSpPr txBox="1"/>
          <p:nvPr/>
        </p:nvSpPr>
        <p:spPr>
          <a:xfrm>
            <a:off x="2283460" y="2352345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4</a:t>
            </a:r>
            <a:endParaRPr lang="en-US" sz="1300" dirty="0"/>
          </a:p>
        </p:txBody>
      </p:sp>
      <p:sp>
        <p:nvSpPr>
          <p:cNvPr id="13" name="Marcador 5"/>
          <p:cNvSpPr/>
          <p:nvPr/>
        </p:nvSpPr>
        <p:spPr>
          <a:xfrm>
            <a:off x="727608" y="2533650"/>
            <a:ext cx="310896" cy="310896"/>
          </a:xfrm>
          <a:prstGeom prst="ellipse">
            <a:avLst/>
          </a:prstGeom>
          <a:solidFill>
            <a:schemeClr val="accent2"/>
          </a:solidFill>
          <a:ln w="1905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25400" dir="5400000">
              <a:srgbClr val="0F172A">
                <a:alpha val="18000"/>
              </a:srgbClr>
            </a:outerShdw>
          </a:effectLst>
        </p:spPr>
      </p:sp>
      <p:sp>
        <p:nvSpPr>
          <p:cNvPr id="14" name="Numero 5"/>
          <p:cNvSpPr txBox="1"/>
          <p:nvPr/>
        </p:nvSpPr>
        <p:spPr>
          <a:xfrm>
            <a:off x="727608" y="253365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5</a:t>
            </a:r>
            <a:endParaRPr lang="en-US" sz="1300" dirty="0"/>
          </a:p>
        </p:txBody>
      </p:sp>
      <p:sp>
        <p:nvSpPr>
          <p:cNvPr id="15" name="Marcador 1"/>
          <p:cNvSpPr/>
          <p:nvPr/>
        </p:nvSpPr>
        <p:spPr>
          <a:xfrm>
            <a:off x="8476488" y="1252728"/>
            <a:ext cx="329184" cy="329184"/>
          </a:xfrm>
          <a:prstGeom prst="ellipse">
            <a:avLst/>
          </a:prstGeom>
          <a:solidFill>
            <a:schemeClr val="accent2"/>
          </a:solidFill>
          <a:ln w="1905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25400" dir="5400000">
              <a:srgbClr val="0F172A">
                <a:alpha val="18000"/>
              </a:srgbClr>
            </a:outerShdw>
          </a:effectLst>
        </p:spPr>
      </p:sp>
      <p:sp>
        <p:nvSpPr>
          <p:cNvPr id="16" name="Numero 1"/>
          <p:cNvSpPr txBox="1"/>
          <p:nvPr/>
        </p:nvSpPr>
        <p:spPr>
          <a:xfrm>
            <a:off x="8476488" y="125272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1</a:t>
            </a:r>
            <a:endParaRPr lang="en-US" sz="1300" dirty="0"/>
          </a:p>
        </p:txBody>
      </p:sp>
      <p:sp>
        <p:nvSpPr>
          <p:cNvPr id="17" name="Leyenda 1"/>
          <p:cNvSpPr txBox="1"/>
          <p:nvPr/>
        </p:nvSpPr>
        <p:spPr>
          <a:xfrm>
            <a:off x="8915400" y="1234440"/>
            <a:ext cx="281635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Botón Filtros</a:t>
            </a:r>
            <a:endParaRPr lang="en-US" sz="1400" dirty="0"/>
          </a:p>
          <a:p>
            <a:pPr indent="0" marL="0">
              <a:buNone/>
            </a:pPr>
            <a:r>
              <a:rPr lang="en-US" sz="1200" dirty="0">
                <a:solidFill>
                  <a:schemeClr val="accent5"/>
                </a:solidFill>
              </a:rPr>
              <a:t>Abre o cierra el panel de filtros.</a:t>
            </a:r>
            <a:endParaRPr lang="en-US" sz="1400" dirty="0"/>
          </a:p>
        </p:txBody>
      </p:sp>
      <p:sp>
        <p:nvSpPr>
          <p:cNvPr id="18" name="Marcador 2"/>
          <p:cNvSpPr/>
          <p:nvPr/>
        </p:nvSpPr>
        <p:spPr>
          <a:xfrm>
            <a:off x="8476488" y="2121408"/>
            <a:ext cx="329184" cy="329184"/>
          </a:xfrm>
          <a:prstGeom prst="ellipse">
            <a:avLst/>
          </a:prstGeom>
          <a:solidFill>
            <a:schemeClr val="accent2"/>
          </a:solidFill>
          <a:ln w="1905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25400" dir="5400000">
              <a:srgbClr val="0F172A">
                <a:alpha val="18000"/>
              </a:srgbClr>
            </a:outerShdw>
          </a:effectLst>
        </p:spPr>
      </p:sp>
      <p:sp>
        <p:nvSpPr>
          <p:cNvPr id="19" name="Numero 2"/>
          <p:cNvSpPr txBox="1"/>
          <p:nvPr/>
        </p:nvSpPr>
        <p:spPr>
          <a:xfrm>
            <a:off x="8476488" y="212140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2</a:t>
            </a:r>
            <a:endParaRPr lang="en-US" sz="1300" dirty="0"/>
          </a:p>
        </p:txBody>
      </p:sp>
      <p:sp>
        <p:nvSpPr>
          <p:cNvPr id="20" name="Leyenda 2"/>
          <p:cNvSpPr txBox="1"/>
          <p:nvPr/>
        </p:nvSpPr>
        <p:spPr>
          <a:xfrm>
            <a:off x="8915400" y="2103120"/>
            <a:ext cx="281635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Sitio y edificio</a:t>
            </a:r>
            <a:endParaRPr lang="en-US" sz="1400" dirty="0"/>
          </a:p>
          <a:p>
            <a:pPr indent="0" marL="0">
              <a:buNone/>
            </a:pPr>
            <a:r>
              <a:rPr lang="en-US" sz="1200" dirty="0">
                <a:solidFill>
                  <a:schemeClr val="accent5"/>
                </a:solidFill>
              </a:rPr>
              <a:t>Muestra solo lo disponible en tu ubicación. Al elegir sitio, los edificios se ajustan.</a:t>
            </a:r>
            <a:endParaRPr lang="en-US" sz="1400" dirty="0"/>
          </a:p>
        </p:txBody>
      </p:sp>
      <p:sp>
        <p:nvSpPr>
          <p:cNvPr id="21" name="Marcador 3"/>
          <p:cNvSpPr/>
          <p:nvPr/>
        </p:nvSpPr>
        <p:spPr>
          <a:xfrm>
            <a:off x="8476488" y="2990088"/>
            <a:ext cx="329184" cy="329184"/>
          </a:xfrm>
          <a:prstGeom prst="ellipse">
            <a:avLst/>
          </a:prstGeom>
          <a:solidFill>
            <a:schemeClr val="accent2"/>
          </a:solidFill>
          <a:ln w="1905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25400" dir="5400000">
              <a:srgbClr val="0F172A">
                <a:alpha val="18000"/>
              </a:srgbClr>
            </a:outerShdw>
          </a:effectLst>
        </p:spPr>
      </p:sp>
      <p:sp>
        <p:nvSpPr>
          <p:cNvPr id="22" name="Numero 3"/>
          <p:cNvSpPr txBox="1"/>
          <p:nvPr/>
        </p:nvSpPr>
        <p:spPr>
          <a:xfrm>
            <a:off x="8476488" y="299008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3</a:t>
            </a:r>
            <a:endParaRPr lang="en-US" sz="1300" dirty="0"/>
          </a:p>
        </p:txBody>
      </p:sp>
      <p:sp>
        <p:nvSpPr>
          <p:cNvPr id="23" name="Leyenda 3"/>
          <p:cNvSpPr txBox="1"/>
          <p:nvPr/>
        </p:nvSpPr>
        <p:spPr>
          <a:xfrm>
            <a:off x="8915400" y="2971800"/>
            <a:ext cx="281635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Grupo</a:t>
            </a:r>
            <a:endParaRPr lang="en-US" sz="1400" dirty="0"/>
          </a:p>
          <a:p>
            <a:pPr indent="0" marL="0">
              <a:buNone/>
            </a:pPr>
            <a:r>
              <a:rPr lang="en-US" sz="1200" dirty="0">
                <a:solidFill>
                  <a:schemeClr val="accent5"/>
                </a:solidFill>
              </a:rPr>
              <a:t>Filtra por un grupo de aplicaciones, si el administrador los definió.</a:t>
            </a:r>
            <a:endParaRPr lang="en-US" sz="1400" dirty="0"/>
          </a:p>
        </p:txBody>
      </p:sp>
      <p:sp>
        <p:nvSpPr>
          <p:cNvPr id="24" name="Marcador 4"/>
          <p:cNvSpPr/>
          <p:nvPr/>
        </p:nvSpPr>
        <p:spPr>
          <a:xfrm>
            <a:off x="8476488" y="3858768"/>
            <a:ext cx="329184" cy="329184"/>
          </a:xfrm>
          <a:prstGeom prst="ellipse">
            <a:avLst/>
          </a:prstGeom>
          <a:solidFill>
            <a:schemeClr val="accent2"/>
          </a:solidFill>
          <a:ln w="1905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25400" dir="5400000">
              <a:srgbClr val="0F172A">
                <a:alpha val="18000"/>
              </a:srgbClr>
            </a:outerShdw>
          </a:effectLst>
        </p:spPr>
      </p:sp>
      <p:sp>
        <p:nvSpPr>
          <p:cNvPr id="25" name="Numero 4"/>
          <p:cNvSpPr txBox="1"/>
          <p:nvPr/>
        </p:nvSpPr>
        <p:spPr>
          <a:xfrm>
            <a:off x="8476488" y="385876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4</a:t>
            </a:r>
            <a:endParaRPr lang="en-US" sz="1300" dirty="0"/>
          </a:p>
        </p:txBody>
      </p:sp>
      <p:sp>
        <p:nvSpPr>
          <p:cNvPr id="26" name="Leyenda 4"/>
          <p:cNvSpPr txBox="1"/>
          <p:nvPr/>
        </p:nvSpPr>
        <p:spPr>
          <a:xfrm>
            <a:off x="8915400" y="3840480"/>
            <a:ext cx="281635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Categorías</a:t>
            </a:r>
            <a:endParaRPr lang="en-US" sz="1400" dirty="0"/>
          </a:p>
          <a:p>
            <a:pPr indent="0" marL="0">
              <a:buNone/>
            </a:pPr>
            <a:r>
              <a:rPr lang="en-US" sz="1200" dirty="0">
                <a:solidFill>
                  <a:schemeClr val="accent5"/>
                </a:solidFill>
              </a:rPr>
              <a:t>Toca una o varias para combinarlas; las activas se marcan en color.</a:t>
            </a:r>
            <a:endParaRPr lang="en-US" sz="1400" dirty="0"/>
          </a:p>
        </p:txBody>
      </p:sp>
      <p:sp>
        <p:nvSpPr>
          <p:cNvPr id="27" name="Marcador 5"/>
          <p:cNvSpPr/>
          <p:nvPr/>
        </p:nvSpPr>
        <p:spPr>
          <a:xfrm>
            <a:off x="8476488" y="4727448"/>
            <a:ext cx="329184" cy="329184"/>
          </a:xfrm>
          <a:prstGeom prst="ellipse">
            <a:avLst/>
          </a:prstGeom>
          <a:solidFill>
            <a:schemeClr val="accent2"/>
          </a:solidFill>
          <a:ln w="1905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25400" dir="5400000">
              <a:srgbClr val="0F172A">
                <a:alpha val="18000"/>
              </a:srgbClr>
            </a:outerShdw>
          </a:effectLst>
        </p:spPr>
      </p:sp>
      <p:sp>
        <p:nvSpPr>
          <p:cNvPr id="28" name="Numero 5"/>
          <p:cNvSpPr txBox="1"/>
          <p:nvPr/>
        </p:nvSpPr>
        <p:spPr>
          <a:xfrm>
            <a:off x="8476488" y="472744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5</a:t>
            </a:r>
            <a:endParaRPr lang="en-US" sz="1300" dirty="0"/>
          </a:p>
        </p:txBody>
      </p:sp>
      <p:sp>
        <p:nvSpPr>
          <p:cNvPr id="29" name="Leyenda 5"/>
          <p:cNvSpPr txBox="1"/>
          <p:nvPr/>
        </p:nvSpPr>
        <p:spPr>
          <a:xfrm>
            <a:off x="8915400" y="4709160"/>
            <a:ext cx="281635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Limpiar</a:t>
            </a:r>
            <a:endParaRPr lang="en-US" sz="1400" dirty="0"/>
          </a:p>
          <a:p>
            <a:pPr indent="0" marL="0">
              <a:buNone/>
            </a:pPr>
            <a:r>
              <a:rPr lang="en-US" sz="1200" dirty="0">
                <a:solidFill>
                  <a:schemeClr val="accent5"/>
                </a:solidFill>
              </a:rPr>
              <a:t>Quita todos los filtros de un solo clic.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4552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4748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2"/>
                </a:solidFill>
              </a:rPr>
              <a:t>Ver el detalle y abrir</a:t>
            </a:r>
            <a:endParaRPr lang="en-US" sz="3600" dirty="0"/>
          </a:p>
        </p:txBody>
      </p:sp>
      <p:sp>
        <p:nvSpPr>
          <p:cNvPr id="3" name="Marco 05-detalle"/>
          <p:cNvSpPr/>
          <p:nvPr/>
        </p:nvSpPr>
        <p:spPr>
          <a:xfrm>
            <a:off x="420624" y="1197864"/>
            <a:ext cx="7662672" cy="4605782"/>
          </a:xfrm>
          <a:prstGeom prst="roundRect">
            <a:avLst>
              <a:gd name="adj" fmla="val 1588"/>
            </a:avLst>
          </a:prstGeom>
          <a:solidFill>
            <a:schemeClr val="bg2"/>
          </a:solidFill>
          <a:ln w="9525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25400" dir="5400000">
              <a:srgbClr val="0F172A">
                <a:alpha val="18000"/>
              </a:srgbClr>
            </a:outerShdw>
          </a:effectLst>
        </p:spPr>
      </p:sp>
      <p:pic>
        <p:nvPicPr>
          <p:cNvPr id="4" name="Captura 05-detalle" descr="Captura: detall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234440"/>
            <a:ext cx="7589520" cy="4532630"/>
          </a:xfrm>
          <a:prstGeom prst="rect">
            <a:avLst/>
          </a:prstGeom>
        </p:spPr>
      </p:pic>
      <p:sp>
        <p:nvSpPr>
          <p:cNvPr id="5" name="Marcador 1"/>
          <p:cNvSpPr/>
          <p:nvPr/>
        </p:nvSpPr>
        <p:spPr>
          <a:xfrm>
            <a:off x="2220214" y="2765552"/>
            <a:ext cx="310896" cy="310896"/>
          </a:xfrm>
          <a:prstGeom prst="ellipse">
            <a:avLst/>
          </a:prstGeom>
          <a:solidFill>
            <a:schemeClr val="accent2"/>
          </a:solidFill>
          <a:ln w="1905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25400" dir="5400000">
              <a:srgbClr val="0F172A">
                <a:alpha val="18000"/>
              </a:srgbClr>
            </a:outerShdw>
          </a:effectLst>
        </p:spPr>
      </p:sp>
      <p:sp>
        <p:nvSpPr>
          <p:cNvPr id="6" name="Numero 1"/>
          <p:cNvSpPr txBox="1"/>
          <p:nvPr/>
        </p:nvSpPr>
        <p:spPr>
          <a:xfrm>
            <a:off x="2220214" y="276555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1</a:t>
            </a:r>
            <a:endParaRPr lang="en-US" sz="1300" dirty="0"/>
          </a:p>
        </p:txBody>
      </p:sp>
      <p:sp>
        <p:nvSpPr>
          <p:cNvPr id="7" name="Marcador 2"/>
          <p:cNvSpPr/>
          <p:nvPr/>
        </p:nvSpPr>
        <p:spPr>
          <a:xfrm>
            <a:off x="5572252" y="2617978"/>
            <a:ext cx="310896" cy="310896"/>
          </a:xfrm>
          <a:prstGeom prst="ellipse">
            <a:avLst/>
          </a:prstGeom>
          <a:solidFill>
            <a:schemeClr val="accent2"/>
          </a:solidFill>
          <a:ln w="1905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25400" dir="5400000">
              <a:srgbClr val="0F172A">
                <a:alpha val="18000"/>
              </a:srgbClr>
            </a:outerShdw>
          </a:effectLst>
        </p:spPr>
      </p:sp>
      <p:sp>
        <p:nvSpPr>
          <p:cNvPr id="8" name="Numero 2"/>
          <p:cNvSpPr txBox="1"/>
          <p:nvPr/>
        </p:nvSpPr>
        <p:spPr>
          <a:xfrm>
            <a:off x="5572252" y="261797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2</a:t>
            </a:r>
            <a:endParaRPr lang="en-US" sz="1300" dirty="0"/>
          </a:p>
        </p:txBody>
      </p:sp>
      <p:sp>
        <p:nvSpPr>
          <p:cNvPr id="9" name="Marcador 3"/>
          <p:cNvSpPr/>
          <p:nvPr/>
        </p:nvSpPr>
        <p:spPr>
          <a:xfrm>
            <a:off x="3063494" y="4275023"/>
            <a:ext cx="310896" cy="310896"/>
          </a:xfrm>
          <a:prstGeom prst="ellipse">
            <a:avLst/>
          </a:prstGeom>
          <a:solidFill>
            <a:schemeClr val="accent2"/>
          </a:solidFill>
          <a:ln w="1905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25400" dir="5400000">
              <a:srgbClr val="0F172A">
                <a:alpha val="18000"/>
              </a:srgbClr>
            </a:outerShdw>
          </a:effectLst>
        </p:spPr>
      </p:sp>
      <p:sp>
        <p:nvSpPr>
          <p:cNvPr id="10" name="Numero 3"/>
          <p:cNvSpPr txBox="1"/>
          <p:nvPr/>
        </p:nvSpPr>
        <p:spPr>
          <a:xfrm>
            <a:off x="3063494" y="4275023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3</a:t>
            </a:r>
            <a:endParaRPr lang="en-US" sz="1300" dirty="0"/>
          </a:p>
        </p:txBody>
      </p:sp>
      <p:sp>
        <p:nvSpPr>
          <p:cNvPr id="11" name="Marcador 4"/>
          <p:cNvSpPr/>
          <p:nvPr/>
        </p:nvSpPr>
        <p:spPr>
          <a:xfrm>
            <a:off x="5150612" y="4275023"/>
            <a:ext cx="310896" cy="310896"/>
          </a:xfrm>
          <a:prstGeom prst="ellipse">
            <a:avLst/>
          </a:prstGeom>
          <a:solidFill>
            <a:schemeClr val="accent2"/>
          </a:solidFill>
          <a:ln w="1905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25400" dir="5400000">
              <a:srgbClr val="0F172A">
                <a:alpha val="18000"/>
              </a:srgbClr>
            </a:outerShdw>
          </a:effectLst>
        </p:spPr>
      </p:sp>
      <p:sp>
        <p:nvSpPr>
          <p:cNvPr id="12" name="Numero 4"/>
          <p:cNvSpPr txBox="1"/>
          <p:nvPr/>
        </p:nvSpPr>
        <p:spPr>
          <a:xfrm>
            <a:off x="5150612" y="4275023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4</a:t>
            </a:r>
            <a:endParaRPr lang="en-US" sz="1300" dirty="0"/>
          </a:p>
        </p:txBody>
      </p:sp>
      <p:sp>
        <p:nvSpPr>
          <p:cNvPr id="13" name="Marcador 5"/>
          <p:cNvSpPr/>
          <p:nvPr/>
        </p:nvSpPr>
        <p:spPr>
          <a:xfrm>
            <a:off x="5867400" y="2398725"/>
            <a:ext cx="310896" cy="310896"/>
          </a:xfrm>
          <a:prstGeom prst="ellipse">
            <a:avLst/>
          </a:prstGeom>
          <a:solidFill>
            <a:schemeClr val="accent2"/>
          </a:solidFill>
          <a:ln w="1905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25400" dir="5400000">
              <a:srgbClr val="0F172A">
                <a:alpha val="18000"/>
              </a:srgbClr>
            </a:outerShdw>
          </a:effectLst>
        </p:spPr>
      </p:sp>
      <p:sp>
        <p:nvSpPr>
          <p:cNvPr id="14" name="Numero 5"/>
          <p:cNvSpPr txBox="1"/>
          <p:nvPr/>
        </p:nvSpPr>
        <p:spPr>
          <a:xfrm>
            <a:off x="5867400" y="2398725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5</a:t>
            </a:r>
            <a:endParaRPr lang="en-US" sz="1300" dirty="0"/>
          </a:p>
        </p:txBody>
      </p:sp>
      <p:sp>
        <p:nvSpPr>
          <p:cNvPr id="15" name="Marcador 1"/>
          <p:cNvSpPr/>
          <p:nvPr/>
        </p:nvSpPr>
        <p:spPr>
          <a:xfrm>
            <a:off x="8476488" y="1252728"/>
            <a:ext cx="329184" cy="329184"/>
          </a:xfrm>
          <a:prstGeom prst="ellipse">
            <a:avLst/>
          </a:prstGeom>
          <a:solidFill>
            <a:schemeClr val="accent2"/>
          </a:solidFill>
          <a:ln w="1905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25400" dir="5400000">
              <a:srgbClr val="0F172A">
                <a:alpha val="18000"/>
              </a:srgbClr>
            </a:outerShdw>
          </a:effectLst>
        </p:spPr>
      </p:sp>
      <p:sp>
        <p:nvSpPr>
          <p:cNvPr id="16" name="Numero 1"/>
          <p:cNvSpPr txBox="1"/>
          <p:nvPr/>
        </p:nvSpPr>
        <p:spPr>
          <a:xfrm>
            <a:off x="8476488" y="125272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1</a:t>
            </a:r>
            <a:endParaRPr lang="en-US" sz="1300" dirty="0"/>
          </a:p>
        </p:txBody>
      </p:sp>
      <p:sp>
        <p:nvSpPr>
          <p:cNvPr id="17" name="Leyenda 1"/>
          <p:cNvSpPr txBox="1"/>
          <p:nvPr/>
        </p:nvSpPr>
        <p:spPr>
          <a:xfrm>
            <a:off x="8915400" y="1234440"/>
            <a:ext cx="281635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Imágenes</a:t>
            </a:r>
            <a:endParaRPr lang="en-US" sz="1400" dirty="0"/>
          </a:p>
          <a:p>
            <a:pPr indent="0" marL="0">
              <a:buNone/>
            </a:pPr>
            <a:r>
              <a:rPr lang="en-US" sz="1200" dirty="0">
                <a:solidFill>
                  <a:schemeClr val="accent5"/>
                </a:solidFill>
              </a:rPr>
              <a:t>Carrusel con capturas de la aplicación, o su logo si no tiene.</a:t>
            </a:r>
            <a:endParaRPr lang="en-US" sz="1400" dirty="0"/>
          </a:p>
        </p:txBody>
      </p:sp>
      <p:sp>
        <p:nvSpPr>
          <p:cNvPr id="18" name="Marcador 2"/>
          <p:cNvSpPr/>
          <p:nvPr/>
        </p:nvSpPr>
        <p:spPr>
          <a:xfrm>
            <a:off x="8476488" y="2121408"/>
            <a:ext cx="329184" cy="329184"/>
          </a:xfrm>
          <a:prstGeom prst="ellipse">
            <a:avLst/>
          </a:prstGeom>
          <a:solidFill>
            <a:schemeClr val="accent2"/>
          </a:solidFill>
          <a:ln w="1905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25400" dir="5400000">
              <a:srgbClr val="0F172A">
                <a:alpha val="18000"/>
              </a:srgbClr>
            </a:outerShdw>
          </a:effectLst>
        </p:spPr>
      </p:sp>
      <p:sp>
        <p:nvSpPr>
          <p:cNvPr id="19" name="Numero 2"/>
          <p:cNvSpPr txBox="1"/>
          <p:nvPr/>
        </p:nvSpPr>
        <p:spPr>
          <a:xfrm>
            <a:off x="8476488" y="212140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2</a:t>
            </a:r>
            <a:endParaRPr lang="en-US" sz="1300" dirty="0"/>
          </a:p>
        </p:txBody>
      </p:sp>
      <p:sp>
        <p:nvSpPr>
          <p:cNvPr id="20" name="Leyenda 2"/>
          <p:cNvSpPr txBox="1"/>
          <p:nvPr/>
        </p:nvSpPr>
        <p:spPr>
          <a:xfrm>
            <a:off x="8915400" y="2103120"/>
            <a:ext cx="281635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Información</a:t>
            </a:r>
            <a:endParaRPr lang="en-US" sz="1400" dirty="0"/>
          </a:p>
          <a:p>
            <a:pPr indent="0" marL="0">
              <a:buNone/>
            </a:pPr>
            <a:r>
              <a:rPr lang="en-US" sz="1200" dirty="0">
                <a:solidFill>
                  <a:schemeClr val="accent5"/>
                </a:solidFill>
              </a:rPr>
              <a:t>Descripción, responsable (SME), manual de usuario y versión.</a:t>
            </a:r>
            <a:endParaRPr lang="en-US" sz="1400" dirty="0"/>
          </a:p>
        </p:txBody>
      </p:sp>
      <p:sp>
        <p:nvSpPr>
          <p:cNvPr id="21" name="Marcador 3"/>
          <p:cNvSpPr/>
          <p:nvPr/>
        </p:nvSpPr>
        <p:spPr>
          <a:xfrm>
            <a:off x="8476488" y="2990088"/>
            <a:ext cx="329184" cy="329184"/>
          </a:xfrm>
          <a:prstGeom prst="ellipse">
            <a:avLst/>
          </a:prstGeom>
          <a:solidFill>
            <a:schemeClr val="accent2"/>
          </a:solidFill>
          <a:ln w="1905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25400" dir="5400000">
              <a:srgbClr val="0F172A">
                <a:alpha val="18000"/>
              </a:srgbClr>
            </a:outerShdw>
          </a:effectLst>
        </p:spPr>
      </p:sp>
      <p:sp>
        <p:nvSpPr>
          <p:cNvPr id="22" name="Numero 3"/>
          <p:cNvSpPr txBox="1"/>
          <p:nvPr/>
        </p:nvSpPr>
        <p:spPr>
          <a:xfrm>
            <a:off x="8476488" y="299008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3</a:t>
            </a:r>
            <a:endParaRPr lang="en-US" sz="1300" dirty="0"/>
          </a:p>
        </p:txBody>
      </p:sp>
      <p:sp>
        <p:nvSpPr>
          <p:cNvPr id="23" name="Leyenda 3"/>
          <p:cNvSpPr txBox="1"/>
          <p:nvPr/>
        </p:nvSpPr>
        <p:spPr>
          <a:xfrm>
            <a:off x="8915400" y="2971800"/>
            <a:ext cx="281635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Fijar / Quitar de fijadas</a:t>
            </a:r>
            <a:endParaRPr lang="en-US" sz="1400" dirty="0"/>
          </a:p>
          <a:p>
            <a:pPr indent="0" marL="0">
              <a:buNone/>
            </a:pPr>
            <a:r>
              <a:rPr lang="en-US" sz="1200" dirty="0">
                <a:solidFill>
                  <a:schemeClr val="accent5"/>
                </a:solidFill>
              </a:rPr>
              <a:t>Agrega la aplicación a tus accesos rápidos o la quita.</a:t>
            </a:r>
            <a:endParaRPr lang="en-US" sz="1400" dirty="0"/>
          </a:p>
        </p:txBody>
      </p:sp>
      <p:sp>
        <p:nvSpPr>
          <p:cNvPr id="24" name="Marcador 4"/>
          <p:cNvSpPr/>
          <p:nvPr/>
        </p:nvSpPr>
        <p:spPr>
          <a:xfrm>
            <a:off x="8476488" y="3858768"/>
            <a:ext cx="329184" cy="329184"/>
          </a:xfrm>
          <a:prstGeom prst="ellipse">
            <a:avLst/>
          </a:prstGeom>
          <a:solidFill>
            <a:schemeClr val="accent2"/>
          </a:solidFill>
          <a:ln w="1905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25400" dir="5400000">
              <a:srgbClr val="0F172A">
                <a:alpha val="18000"/>
              </a:srgbClr>
            </a:outerShdw>
          </a:effectLst>
        </p:spPr>
      </p:sp>
      <p:sp>
        <p:nvSpPr>
          <p:cNvPr id="25" name="Numero 4"/>
          <p:cNvSpPr txBox="1"/>
          <p:nvPr/>
        </p:nvSpPr>
        <p:spPr>
          <a:xfrm>
            <a:off x="8476488" y="385876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4</a:t>
            </a:r>
            <a:endParaRPr lang="en-US" sz="1300" dirty="0"/>
          </a:p>
        </p:txBody>
      </p:sp>
      <p:sp>
        <p:nvSpPr>
          <p:cNvPr id="26" name="Leyenda 4"/>
          <p:cNvSpPr txBox="1"/>
          <p:nvPr/>
        </p:nvSpPr>
        <p:spPr>
          <a:xfrm>
            <a:off x="8915400" y="3840480"/>
            <a:ext cx="281635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Abrir aplicación</a:t>
            </a:r>
            <a:endParaRPr lang="en-US" sz="1400" dirty="0"/>
          </a:p>
          <a:p>
            <a:pPr indent="0" marL="0">
              <a:buNone/>
            </a:pPr>
            <a:r>
              <a:rPr lang="en-US" sz="1200" dirty="0">
                <a:solidFill>
                  <a:schemeClr val="accent5"/>
                </a:solidFill>
              </a:rPr>
              <a:t>Abre la aplicación en una pestaña nueva.</a:t>
            </a:r>
            <a:endParaRPr lang="en-US" sz="1400" dirty="0"/>
          </a:p>
        </p:txBody>
      </p:sp>
      <p:sp>
        <p:nvSpPr>
          <p:cNvPr id="27" name="Marcador 5"/>
          <p:cNvSpPr/>
          <p:nvPr/>
        </p:nvSpPr>
        <p:spPr>
          <a:xfrm>
            <a:off x="8476488" y="4727448"/>
            <a:ext cx="329184" cy="329184"/>
          </a:xfrm>
          <a:prstGeom prst="ellipse">
            <a:avLst/>
          </a:prstGeom>
          <a:solidFill>
            <a:schemeClr val="accent2"/>
          </a:solidFill>
          <a:ln w="1905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25400" dir="5400000">
              <a:srgbClr val="0F172A">
                <a:alpha val="18000"/>
              </a:srgbClr>
            </a:outerShdw>
          </a:effectLst>
        </p:spPr>
      </p:sp>
      <p:sp>
        <p:nvSpPr>
          <p:cNvPr id="28" name="Numero 5"/>
          <p:cNvSpPr txBox="1"/>
          <p:nvPr/>
        </p:nvSpPr>
        <p:spPr>
          <a:xfrm>
            <a:off x="8476488" y="472744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5</a:t>
            </a:r>
            <a:endParaRPr lang="en-US" sz="1300" dirty="0"/>
          </a:p>
        </p:txBody>
      </p:sp>
      <p:sp>
        <p:nvSpPr>
          <p:cNvPr id="29" name="Leyenda 5"/>
          <p:cNvSpPr txBox="1"/>
          <p:nvPr/>
        </p:nvSpPr>
        <p:spPr>
          <a:xfrm>
            <a:off x="8915400" y="4709160"/>
            <a:ext cx="281635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Cerrar</a:t>
            </a:r>
            <a:endParaRPr lang="en-US" sz="1400" dirty="0"/>
          </a:p>
          <a:p>
            <a:pPr indent="0" marL="0">
              <a:buNone/>
            </a:pPr>
            <a:r>
              <a:rPr lang="en-US" sz="1200" dirty="0">
                <a:solidFill>
                  <a:schemeClr val="accent5"/>
                </a:solidFill>
              </a:rPr>
              <a:t>La X (o la tecla Esc) cierra la ventana.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4552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4748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2"/>
                </a:solidFill>
              </a:rPr>
              <a:t>Tus fijadas y recientes</a:t>
            </a:r>
            <a:endParaRPr lang="en-US" sz="3600" dirty="0"/>
          </a:p>
        </p:txBody>
      </p:sp>
      <p:sp>
        <p:nvSpPr>
          <p:cNvPr id="3" name="Marco 04-accesos-rapidos"/>
          <p:cNvSpPr/>
          <p:nvPr/>
        </p:nvSpPr>
        <p:spPr>
          <a:xfrm>
            <a:off x="420624" y="1197864"/>
            <a:ext cx="6839712" cy="4114292"/>
          </a:xfrm>
          <a:prstGeom prst="roundRect">
            <a:avLst>
              <a:gd name="adj" fmla="val 1778"/>
            </a:avLst>
          </a:prstGeom>
          <a:solidFill>
            <a:schemeClr val="bg2"/>
          </a:solidFill>
          <a:ln w="9525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25400" dir="5400000">
              <a:srgbClr val="0F172A">
                <a:alpha val="18000"/>
              </a:srgbClr>
            </a:outerShdw>
          </a:effectLst>
        </p:spPr>
      </p:sp>
      <p:pic>
        <p:nvPicPr>
          <p:cNvPr id="4" name="Captura 04-accesos-rapidos" descr="Captura: accesos rapidos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234440"/>
            <a:ext cx="6766560" cy="4041140"/>
          </a:xfrm>
          <a:prstGeom prst="rect">
            <a:avLst/>
          </a:prstGeom>
        </p:spPr>
      </p:pic>
      <p:sp>
        <p:nvSpPr>
          <p:cNvPr id="5" name="Marcador 1"/>
          <p:cNvSpPr/>
          <p:nvPr/>
        </p:nvSpPr>
        <p:spPr>
          <a:xfrm>
            <a:off x="967130" y="1921053"/>
            <a:ext cx="310896" cy="310896"/>
          </a:xfrm>
          <a:prstGeom prst="ellipse">
            <a:avLst/>
          </a:prstGeom>
          <a:solidFill>
            <a:schemeClr val="accent2"/>
          </a:solidFill>
          <a:ln w="1905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25400" dir="5400000">
              <a:srgbClr val="0F172A">
                <a:alpha val="18000"/>
              </a:srgbClr>
            </a:outerShdw>
          </a:effectLst>
        </p:spPr>
      </p:sp>
      <p:sp>
        <p:nvSpPr>
          <p:cNvPr id="6" name="Numero 1"/>
          <p:cNvSpPr txBox="1"/>
          <p:nvPr/>
        </p:nvSpPr>
        <p:spPr>
          <a:xfrm>
            <a:off x="967130" y="1921053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1</a:t>
            </a:r>
            <a:endParaRPr lang="en-US" sz="1300" dirty="0"/>
          </a:p>
        </p:txBody>
      </p:sp>
      <p:sp>
        <p:nvSpPr>
          <p:cNvPr id="7" name="Marcador 2"/>
          <p:cNvSpPr/>
          <p:nvPr/>
        </p:nvSpPr>
        <p:spPr>
          <a:xfrm>
            <a:off x="967130" y="2172919"/>
            <a:ext cx="310896" cy="310896"/>
          </a:xfrm>
          <a:prstGeom prst="ellipse">
            <a:avLst/>
          </a:prstGeom>
          <a:solidFill>
            <a:schemeClr val="accent2"/>
          </a:solidFill>
          <a:ln w="1905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25400" dir="5400000">
              <a:srgbClr val="0F172A">
                <a:alpha val="18000"/>
              </a:srgbClr>
            </a:outerShdw>
          </a:effectLst>
        </p:spPr>
      </p:sp>
      <p:sp>
        <p:nvSpPr>
          <p:cNvPr id="8" name="Numero 2"/>
          <p:cNvSpPr txBox="1"/>
          <p:nvPr/>
        </p:nvSpPr>
        <p:spPr>
          <a:xfrm>
            <a:off x="967130" y="2172919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2</a:t>
            </a:r>
            <a:endParaRPr lang="en-US" sz="1300" dirty="0"/>
          </a:p>
        </p:txBody>
      </p:sp>
      <p:sp>
        <p:nvSpPr>
          <p:cNvPr id="9" name="Marcador 3"/>
          <p:cNvSpPr/>
          <p:nvPr/>
        </p:nvSpPr>
        <p:spPr>
          <a:xfrm>
            <a:off x="2707640" y="1921053"/>
            <a:ext cx="310896" cy="310896"/>
          </a:xfrm>
          <a:prstGeom prst="ellipse">
            <a:avLst/>
          </a:prstGeom>
          <a:solidFill>
            <a:schemeClr val="accent2"/>
          </a:solidFill>
          <a:ln w="1905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25400" dir="5400000">
              <a:srgbClr val="0F172A">
                <a:alpha val="18000"/>
              </a:srgbClr>
            </a:outerShdw>
          </a:effectLst>
        </p:spPr>
      </p:sp>
      <p:sp>
        <p:nvSpPr>
          <p:cNvPr id="10" name="Numero 3"/>
          <p:cNvSpPr txBox="1"/>
          <p:nvPr/>
        </p:nvSpPr>
        <p:spPr>
          <a:xfrm>
            <a:off x="2707640" y="1921053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3</a:t>
            </a:r>
            <a:endParaRPr lang="en-US" sz="1300" dirty="0"/>
          </a:p>
        </p:txBody>
      </p:sp>
      <p:sp>
        <p:nvSpPr>
          <p:cNvPr id="11" name="Marco 06-quitar-fijada"/>
          <p:cNvSpPr/>
          <p:nvPr/>
        </p:nvSpPr>
        <p:spPr>
          <a:xfrm>
            <a:off x="7598664" y="4855464"/>
            <a:ext cx="4169664" cy="1173358"/>
          </a:xfrm>
          <a:prstGeom prst="roundRect">
            <a:avLst>
              <a:gd name="adj" fmla="val 6234"/>
            </a:avLst>
          </a:prstGeom>
          <a:solidFill>
            <a:schemeClr val="bg2"/>
          </a:solidFill>
          <a:ln w="9525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25400" dir="5400000">
              <a:srgbClr val="0F172A">
                <a:alpha val="18000"/>
              </a:srgbClr>
            </a:outerShdw>
          </a:effectLst>
        </p:spPr>
      </p:sp>
      <p:pic>
        <p:nvPicPr>
          <p:cNvPr id="12" name="Captura 06-quitar-fijada" descr="Captura: quitar fijada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35240" y="4892040"/>
            <a:ext cx="4096512" cy="1100206"/>
          </a:xfrm>
          <a:prstGeom prst="rect">
            <a:avLst/>
          </a:prstGeom>
        </p:spPr>
      </p:pic>
      <p:sp>
        <p:nvSpPr>
          <p:cNvPr id="13" name="Marcador 4"/>
          <p:cNvSpPr/>
          <p:nvPr/>
        </p:nvSpPr>
        <p:spPr>
          <a:xfrm>
            <a:off x="9235440" y="4877044"/>
            <a:ext cx="310896" cy="310896"/>
          </a:xfrm>
          <a:prstGeom prst="ellipse">
            <a:avLst/>
          </a:prstGeom>
          <a:solidFill>
            <a:schemeClr val="accent2"/>
          </a:solidFill>
          <a:ln w="1905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25400" dir="5400000">
              <a:srgbClr val="0F172A">
                <a:alpha val="18000"/>
              </a:srgbClr>
            </a:outerShdw>
          </a:effectLst>
        </p:spPr>
      </p:sp>
      <p:sp>
        <p:nvSpPr>
          <p:cNvPr id="14" name="Numero 4"/>
          <p:cNvSpPr txBox="1"/>
          <p:nvPr/>
        </p:nvSpPr>
        <p:spPr>
          <a:xfrm>
            <a:off x="9235440" y="487704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4</a:t>
            </a:r>
            <a:endParaRPr lang="en-US" sz="1300" dirty="0"/>
          </a:p>
        </p:txBody>
      </p:sp>
      <p:sp>
        <p:nvSpPr>
          <p:cNvPr id="15" name="Marcador 1"/>
          <p:cNvSpPr/>
          <p:nvPr/>
        </p:nvSpPr>
        <p:spPr>
          <a:xfrm>
            <a:off x="7653528" y="1252728"/>
            <a:ext cx="329184" cy="329184"/>
          </a:xfrm>
          <a:prstGeom prst="ellipse">
            <a:avLst/>
          </a:prstGeom>
          <a:solidFill>
            <a:schemeClr val="accent2"/>
          </a:solidFill>
          <a:ln w="1905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25400" dir="5400000">
              <a:srgbClr val="0F172A">
                <a:alpha val="18000"/>
              </a:srgbClr>
            </a:outerShdw>
          </a:effectLst>
        </p:spPr>
      </p:sp>
      <p:sp>
        <p:nvSpPr>
          <p:cNvPr id="16" name="Numero 1"/>
          <p:cNvSpPr txBox="1"/>
          <p:nvPr/>
        </p:nvSpPr>
        <p:spPr>
          <a:xfrm>
            <a:off x="7653528" y="125272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1</a:t>
            </a:r>
            <a:endParaRPr lang="en-US" sz="1300" dirty="0"/>
          </a:p>
        </p:txBody>
      </p:sp>
      <p:sp>
        <p:nvSpPr>
          <p:cNvPr id="17" name="Leyenda 1"/>
          <p:cNvSpPr txBox="1"/>
          <p:nvPr/>
        </p:nvSpPr>
        <p:spPr>
          <a:xfrm>
            <a:off x="8092440" y="1234440"/>
            <a:ext cx="3639312" cy="7543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Fijadas</a:t>
            </a:r>
            <a:endParaRPr lang="en-US" sz="1400" dirty="0"/>
          </a:p>
          <a:p>
            <a:pPr indent="0" marL="0">
              <a:buNone/>
            </a:pPr>
            <a:r>
              <a:rPr lang="en-US" sz="1200" dirty="0">
                <a:solidFill>
                  <a:schemeClr val="accent5"/>
                </a:solidFill>
              </a:rPr>
              <a:t>Tus favoritas, siempre arriba. Se fijan desde el botón (i).</a:t>
            </a:r>
            <a:endParaRPr lang="en-US" sz="1400" dirty="0"/>
          </a:p>
        </p:txBody>
      </p:sp>
      <p:sp>
        <p:nvSpPr>
          <p:cNvPr id="18" name="Marcador 2"/>
          <p:cNvSpPr/>
          <p:nvPr/>
        </p:nvSpPr>
        <p:spPr>
          <a:xfrm>
            <a:off x="7653528" y="2052828"/>
            <a:ext cx="329184" cy="329184"/>
          </a:xfrm>
          <a:prstGeom prst="ellipse">
            <a:avLst/>
          </a:prstGeom>
          <a:solidFill>
            <a:schemeClr val="accent2"/>
          </a:solidFill>
          <a:ln w="1905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25400" dir="5400000">
              <a:srgbClr val="0F172A">
                <a:alpha val="18000"/>
              </a:srgbClr>
            </a:outerShdw>
          </a:effectLst>
        </p:spPr>
      </p:sp>
      <p:sp>
        <p:nvSpPr>
          <p:cNvPr id="19" name="Numero 2"/>
          <p:cNvSpPr txBox="1"/>
          <p:nvPr/>
        </p:nvSpPr>
        <p:spPr>
          <a:xfrm>
            <a:off x="7653528" y="205282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2</a:t>
            </a:r>
            <a:endParaRPr lang="en-US" sz="1300" dirty="0"/>
          </a:p>
        </p:txBody>
      </p:sp>
      <p:sp>
        <p:nvSpPr>
          <p:cNvPr id="20" name="Leyenda 2"/>
          <p:cNvSpPr txBox="1"/>
          <p:nvPr/>
        </p:nvSpPr>
        <p:spPr>
          <a:xfrm>
            <a:off x="8092440" y="2034540"/>
            <a:ext cx="3639312" cy="7543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Recientes</a:t>
            </a:r>
            <a:endParaRPr lang="en-US" sz="1400" dirty="0"/>
          </a:p>
          <a:p>
            <a:pPr indent="0" marL="0">
              <a:buNone/>
            </a:pPr>
            <a:r>
              <a:rPr lang="en-US" sz="1200" dirty="0">
                <a:solidFill>
                  <a:schemeClr val="accent5"/>
                </a:solidFill>
              </a:rPr>
              <a:t>Las últimas 5 que abriste, en orden de uso.</a:t>
            </a:r>
            <a:endParaRPr lang="en-US" sz="1400" dirty="0"/>
          </a:p>
        </p:txBody>
      </p:sp>
      <p:sp>
        <p:nvSpPr>
          <p:cNvPr id="21" name="Marcador 3"/>
          <p:cNvSpPr/>
          <p:nvPr/>
        </p:nvSpPr>
        <p:spPr>
          <a:xfrm>
            <a:off x="7653528" y="2852928"/>
            <a:ext cx="329184" cy="329184"/>
          </a:xfrm>
          <a:prstGeom prst="ellipse">
            <a:avLst/>
          </a:prstGeom>
          <a:solidFill>
            <a:schemeClr val="accent2"/>
          </a:solidFill>
          <a:ln w="1905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25400" dir="5400000">
              <a:srgbClr val="0F172A">
                <a:alpha val="18000"/>
              </a:srgbClr>
            </a:outerShdw>
          </a:effectLst>
        </p:spPr>
      </p:sp>
      <p:sp>
        <p:nvSpPr>
          <p:cNvPr id="22" name="Numero 3"/>
          <p:cNvSpPr txBox="1"/>
          <p:nvPr/>
        </p:nvSpPr>
        <p:spPr>
          <a:xfrm>
            <a:off x="7653528" y="285292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3</a:t>
            </a:r>
            <a:endParaRPr lang="en-US" sz="1300" dirty="0"/>
          </a:p>
        </p:txBody>
      </p:sp>
      <p:sp>
        <p:nvSpPr>
          <p:cNvPr id="23" name="Leyenda 3"/>
          <p:cNvSpPr txBox="1"/>
          <p:nvPr/>
        </p:nvSpPr>
        <p:spPr>
          <a:xfrm>
            <a:off x="8092440" y="2834640"/>
            <a:ext cx="3639312" cy="7543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Abrir directo</a:t>
            </a:r>
            <a:endParaRPr lang="en-US" sz="1400" dirty="0"/>
          </a:p>
          <a:p>
            <a:pPr indent="0" marL="0">
              <a:buNone/>
            </a:pPr>
            <a:r>
              <a:rPr lang="en-US" sz="1200" dirty="0">
                <a:solidFill>
                  <a:schemeClr val="accent5"/>
                </a:solidFill>
              </a:rPr>
              <a:t>Cada botón abre la aplicación en otra pestaña.</a:t>
            </a:r>
            <a:endParaRPr lang="en-US" sz="1400" dirty="0"/>
          </a:p>
        </p:txBody>
      </p:sp>
      <p:sp>
        <p:nvSpPr>
          <p:cNvPr id="24" name="Marcador 4"/>
          <p:cNvSpPr/>
          <p:nvPr/>
        </p:nvSpPr>
        <p:spPr>
          <a:xfrm>
            <a:off x="7653528" y="3653028"/>
            <a:ext cx="329184" cy="329184"/>
          </a:xfrm>
          <a:prstGeom prst="ellipse">
            <a:avLst/>
          </a:prstGeom>
          <a:solidFill>
            <a:schemeClr val="accent2"/>
          </a:solidFill>
          <a:ln w="1905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25400" dir="5400000">
              <a:srgbClr val="0F172A">
                <a:alpha val="18000"/>
              </a:srgbClr>
            </a:outerShdw>
          </a:effectLst>
        </p:spPr>
      </p:sp>
      <p:sp>
        <p:nvSpPr>
          <p:cNvPr id="25" name="Numero 4"/>
          <p:cNvSpPr txBox="1"/>
          <p:nvPr/>
        </p:nvSpPr>
        <p:spPr>
          <a:xfrm>
            <a:off x="7653528" y="365302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4</a:t>
            </a:r>
            <a:endParaRPr lang="en-US" sz="1300" dirty="0"/>
          </a:p>
        </p:txBody>
      </p:sp>
      <p:sp>
        <p:nvSpPr>
          <p:cNvPr id="26" name="Leyenda 4"/>
          <p:cNvSpPr txBox="1"/>
          <p:nvPr/>
        </p:nvSpPr>
        <p:spPr>
          <a:xfrm>
            <a:off x="8092440" y="3634740"/>
            <a:ext cx="3639312" cy="7543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Quitar una fijada</a:t>
            </a:r>
            <a:endParaRPr lang="en-US" sz="1400" dirty="0"/>
          </a:p>
          <a:p>
            <a:pPr indent="0" marL="0">
              <a:buNone/>
            </a:pPr>
            <a:r>
              <a:rPr lang="en-US" sz="1200" dirty="0">
                <a:solidFill>
                  <a:schemeClr val="accent5"/>
                </a:solidFill>
              </a:rPr>
              <a:t>Pasa el mouse sobre el botón y pulsa la X roja.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4552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4748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2"/>
                </a:solidFill>
              </a:rPr>
              <a:t>Avisos y mantenimientos</a:t>
            </a:r>
            <a:endParaRPr lang="en-US" sz="3600" dirty="0"/>
          </a:p>
        </p:txBody>
      </p:sp>
      <p:sp>
        <p:nvSpPr>
          <p:cNvPr id="3" name="Tarjeta Franja de avisos"/>
          <p:cNvSpPr/>
          <p:nvPr/>
        </p:nvSpPr>
        <p:spPr>
          <a:xfrm>
            <a:off x="457200" y="1463040"/>
            <a:ext cx="3566160" cy="4206240"/>
          </a:xfrm>
          <a:prstGeom prst="roundRect">
            <a:avLst>
              <a:gd name="adj" fmla="val 3846"/>
            </a:avLst>
          </a:prstGeom>
          <a:solidFill>
            <a:schemeClr val="bg2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" name="Icono Franja de avisos"/>
          <p:cNvSpPr/>
          <p:nvPr/>
        </p:nvSpPr>
        <p:spPr>
          <a:xfrm>
            <a:off x="777240" y="1783080"/>
            <a:ext cx="822960" cy="822960"/>
          </a:xfrm>
          <a:prstGeom prst="ellipse">
            <a:avLst/>
          </a:prstGeom>
          <a:solidFill>
            <a:schemeClr val="accent4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777240" y="178308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!</a:t>
            </a:r>
            <a:endParaRPr lang="en-US" sz="2800" dirty="0"/>
          </a:p>
        </p:txBody>
      </p:sp>
      <p:sp>
        <p:nvSpPr>
          <p:cNvPr id="6" name="Text 4"/>
          <p:cNvSpPr txBox="1"/>
          <p:nvPr/>
        </p:nvSpPr>
        <p:spPr>
          <a:xfrm>
            <a:off x="777240" y="2788920"/>
            <a:ext cx="2926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Franja de avisos</a:t>
            </a:r>
            <a:endParaRPr lang="en-US" sz="2000" dirty="0"/>
          </a:p>
        </p:txBody>
      </p:sp>
      <p:sp>
        <p:nvSpPr>
          <p:cNvPr id="7" name="Text 5"/>
          <p:cNvSpPr txBox="1"/>
          <p:nvPr/>
        </p:nvSpPr>
        <p:spPr>
          <a:xfrm>
            <a:off x="777240" y="3383280"/>
            <a:ext cx="292608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Una franja amarilla en la parte superior muestra los avisos vigentes. Pasa el mouse sobre ella para detenerla y leer con calma.</a:t>
            </a:r>
            <a:endParaRPr lang="en-US" sz="1500" dirty="0"/>
          </a:p>
        </p:txBody>
      </p:sp>
      <p:sp>
        <p:nvSpPr>
          <p:cNvPr id="8" name="Tarjeta En mantenimiento"/>
          <p:cNvSpPr/>
          <p:nvPr/>
        </p:nvSpPr>
        <p:spPr>
          <a:xfrm>
            <a:off x="4279392" y="1463040"/>
            <a:ext cx="3566160" cy="4206240"/>
          </a:xfrm>
          <a:prstGeom prst="roundRect">
            <a:avLst>
              <a:gd name="adj" fmla="val 3846"/>
            </a:avLst>
          </a:prstGeom>
          <a:solidFill>
            <a:schemeClr val="bg2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Icono En mantenimiento"/>
          <p:cNvSpPr/>
          <p:nvPr/>
        </p:nvSpPr>
        <p:spPr>
          <a:xfrm>
            <a:off x="4599432" y="1783080"/>
            <a:ext cx="822960" cy="822960"/>
          </a:xfrm>
          <a:prstGeom prst="ellipse">
            <a:avLst/>
          </a:prstGeom>
          <a:solidFill>
            <a:schemeClr val="accent5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4599432" y="178308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chemeClr val="bg1"/>
                </a:solidFill>
              </a:rPr>
              <a:t>||</a:t>
            </a:r>
            <a:endParaRPr lang="en-US" sz="2800" dirty="0"/>
          </a:p>
        </p:txBody>
      </p:sp>
      <p:sp>
        <p:nvSpPr>
          <p:cNvPr id="11" name="Text 9"/>
          <p:cNvSpPr txBox="1"/>
          <p:nvPr/>
        </p:nvSpPr>
        <p:spPr>
          <a:xfrm>
            <a:off x="4599432" y="2788920"/>
            <a:ext cx="2926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En mantenimiento</a:t>
            </a:r>
            <a:endParaRPr lang="en-US" sz="2000" dirty="0"/>
          </a:p>
        </p:txBody>
      </p:sp>
      <p:sp>
        <p:nvSpPr>
          <p:cNvPr id="12" name="Text 10"/>
          <p:cNvSpPr txBox="1"/>
          <p:nvPr/>
        </p:nvSpPr>
        <p:spPr>
          <a:xfrm>
            <a:off x="4599432" y="3383280"/>
            <a:ext cx="292608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La tarjeta se ve en gris con la etiqueta de mantenimiento. Al hacer clic aparece un mensaje con el motivo y el horario, en lugar de abrirla.</a:t>
            </a:r>
            <a:endParaRPr lang="en-US" sz="1500" dirty="0"/>
          </a:p>
        </p:txBody>
      </p:sp>
      <p:sp>
        <p:nvSpPr>
          <p:cNvPr id="13" name="Tarjeta Vuelve sola"/>
          <p:cNvSpPr/>
          <p:nvPr/>
        </p:nvSpPr>
        <p:spPr>
          <a:xfrm>
            <a:off x="8101584" y="1463040"/>
            <a:ext cx="3566160" cy="4206240"/>
          </a:xfrm>
          <a:prstGeom prst="roundRect">
            <a:avLst>
              <a:gd name="adj" fmla="val 3846"/>
            </a:avLst>
          </a:prstGeom>
          <a:solidFill>
            <a:schemeClr val="bg2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4" name="Icono Vuelve sola"/>
          <p:cNvSpPr/>
          <p:nvPr/>
        </p:nvSpPr>
        <p:spPr>
          <a:xfrm>
            <a:off x="8421624" y="1783080"/>
            <a:ext cx="822960" cy="822960"/>
          </a:xfrm>
          <a:prstGeom prst="ellipse">
            <a:avLst/>
          </a:prstGeom>
          <a:solidFill>
            <a:schemeClr val="accent3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8421624" y="178308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chemeClr val="bg1"/>
                </a:solidFill>
              </a:rPr>
              <a:t>✓</a:t>
            </a:r>
            <a:endParaRPr lang="en-US" sz="2800" dirty="0"/>
          </a:p>
        </p:txBody>
      </p:sp>
      <p:sp>
        <p:nvSpPr>
          <p:cNvPr id="16" name="Text 14"/>
          <p:cNvSpPr txBox="1"/>
          <p:nvPr/>
        </p:nvSpPr>
        <p:spPr>
          <a:xfrm>
            <a:off x="8421624" y="2788920"/>
            <a:ext cx="2926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Vuelve sola</a:t>
            </a:r>
            <a:endParaRPr lang="en-US" sz="2000" dirty="0"/>
          </a:p>
        </p:txBody>
      </p:sp>
      <p:sp>
        <p:nvSpPr>
          <p:cNvPr id="17" name="Text 15"/>
          <p:cNvSpPr txBox="1"/>
          <p:nvPr/>
        </p:nvSpPr>
        <p:spPr>
          <a:xfrm>
            <a:off x="8421624" y="3383280"/>
            <a:ext cx="292608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Al terminar la ventana de mantenimiento la aplicación se habilita automáticamente; no tienes que hacer nada.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4552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4748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2"/>
                </a:solidFill>
              </a:rPr>
              <a:t>El menú ⋮ es solo para administradores</a:t>
            </a:r>
            <a:endParaRPr lang="en-US" sz="3600" dirty="0"/>
          </a:p>
        </p:txBody>
      </p:sp>
      <p:sp>
        <p:nvSpPr>
          <p:cNvPr id="3" name="Marco 07-menu-admin"/>
          <p:cNvSpPr/>
          <p:nvPr/>
        </p:nvSpPr>
        <p:spPr>
          <a:xfrm>
            <a:off x="420624" y="1197864"/>
            <a:ext cx="11347704" cy="2578608"/>
          </a:xfrm>
          <a:prstGeom prst="roundRect">
            <a:avLst>
              <a:gd name="adj" fmla="val 2837"/>
            </a:avLst>
          </a:prstGeom>
          <a:solidFill>
            <a:schemeClr val="bg2"/>
          </a:solidFill>
          <a:ln w="9525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25400" dir="5400000">
              <a:srgbClr val="0F172A">
                <a:alpha val="18000"/>
              </a:srgbClr>
            </a:outerShdw>
          </a:effectLst>
        </p:spPr>
      </p:sp>
      <p:pic>
        <p:nvPicPr>
          <p:cNvPr id="4" name="Captura 07-menu-admin" descr="Captura: menu admi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234440"/>
            <a:ext cx="11274552" cy="2505456"/>
          </a:xfrm>
          <a:prstGeom prst="rect">
            <a:avLst/>
          </a:prstGeom>
        </p:spPr>
      </p:pic>
      <p:sp>
        <p:nvSpPr>
          <p:cNvPr id="5" name="Marcador 1"/>
          <p:cNvSpPr/>
          <p:nvPr/>
        </p:nvSpPr>
        <p:spPr>
          <a:xfrm>
            <a:off x="10699394" y="1310747"/>
            <a:ext cx="310896" cy="310896"/>
          </a:xfrm>
          <a:prstGeom prst="ellipse">
            <a:avLst/>
          </a:prstGeom>
          <a:solidFill>
            <a:schemeClr val="accent2"/>
          </a:solidFill>
          <a:ln w="1905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25400" dir="5400000">
              <a:srgbClr val="0F172A">
                <a:alpha val="18000"/>
              </a:srgbClr>
            </a:outerShdw>
          </a:effectLst>
        </p:spPr>
      </p:sp>
      <p:sp>
        <p:nvSpPr>
          <p:cNvPr id="6" name="Numero 1"/>
          <p:cNvSpPr txBox="1"/>
          <p:nvPr/>
        </p:nvSpPr>
        <p:spPr>
          <a:xfrm>
            <a:off x="10699394" y="1310747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1</a:t>
            </a:r>
            <a:endParaRPr lang="en-US" sz="1300" dirty="0"/>
          </a:p>
        </p:txBody>
      </p:sp>
      <p:sp>
        <p:nvSpPr>
          <p:cNvPr id="7" name="Marcador 2"/>
          <p:cNvSpPr/>
          <p:nvPr/>
        </p:nvSpPr>
        <p:spPr>
          <a:xfrm>
            <a:off x="9446666" y="1617665"/>
            <a:ext cx="310896" cy="310896"/>
          </a:xfrm>
          <a:prstGeom prst="ellipse">
            <a:avLst/>
          </a:prstGeom>
          <a:solidFill>
            <a:schemeClr val="accent2"/>
          </a:solidFill>
          <a:ln w="1905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25400" dir="5400000">
              <a:srgbClr val="0F172A">
                <a:alpha val="18000"/>
              </a:srgbClr>
            </a:outerShdw>
          </a:effectLst>
        </p:spPr>
      </p:sp>
      <p:sp>
        <p:nvSpPr>
          <p:cNvPr id="8" name="Numero 2"/>
          <p:cNvSpPr txBox="1"/>
          <p:nvPr/>
        </p:nvSpPr>
        <p:spPr>
          <a:xfrm>
            <a:off x="9446666" y="1617665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2</a:t>
            </a:r>
            <a:endParaRPr lang="en-US" sz="1300" dirty="0"/>
          </a:p>
        </p:txBody>
      </p:sp>
      <p:sp>
        <p:nvSpPr>
          <p:cNvPr id="9" name="Marcador 3"/>
          <p:cNvSpPr/>
          <p:nvPr/>
        </p:nvSpPr>
        <p:spPr>
          <a:xfrm>
            <a:off x="9446666" y="1955902"/>
            <a:ext cx="310896" cy="310896"/>
          </a:xfrm>
          <a:prstGeom prst="ellipse">
            <a:avLst/>
          </a:prstGeom>
          <a:solidFill>
            <a:schemeClr val="accent2"/>
          </a:solidFill>
          <a:ln w="1905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25400" dir="5400000">
              <a:srgbClr val="0F172A">
                <a:alpha val="18000"/>
              </a:srgbClr>
            </a:outerShdw>
          </a:effectLst>
        </p:spPr>
      </p:sp>
      <p:sp>
        <p:nvSpPr>
          <p:cNvPr id="10" name="Numero 3"/>
          <p:cNvSpPr txBox="1"/>
          <p:nvPr/>
        </p:nvSpPr>
        <p:spPr>
          <a:xfrm>
            <a:off x="9446666" y="195590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3</a:t>
            </a:r>
            <a:endParaRPr lang="en-US" sz="1300" dirty="0"/>
          </a:p>
        </p:txBody>
      </p:sp>
      <p:sp>
        <p:nvSpPr>
          <p:cNvPr id="11" name="Marcador 1"/>
          <p:cNvSpPr/>
          <p:nvPr/>
        </p:nvSpPr>
        <p:spPr>
          <a:xfrm>
            <a:off x="475488" y="4224528"/>
            <a:ext cx="329184" cy="329184"/>
          </a:xfrm>
          <a:prstGeom prst="ellipse">
            <a:avLst/>
          </a:prstGeom>
          <a:solidFill>
            <a:schemeClr val="accent2"/>
          </a:solidFill>
          <a:ln w="1905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25400" dir="5400000">
              <a:srgbClr val="0F172A">
                <a:alpha val="18000"/>
              </a:srgbClr>
            </a:outerShdw>
          </a:effectLst>
        </p:spPr>
      </p:sp>
      <p:sp>
        <p:nvSpPr>
          <p:cNvPr id="12" name="Numero 1"/>
          <p:cNvSpPr txBox="1"/>
          <p:nvPr/>
        </p:nvSpPr>
        <p:spPr>
          <a:xfrm>
            <a:off x="475488" y="422452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1</a:t>
            </a:r>
            <a:endParaRPr lang="en-US" sz="1300" dirty="0"/>
          </a:p>
        </p:txBody>
      </p:sp>
      <p:sp>
        <p:nvSpPr>
          <p:cNvPr id="13" name="Leyenda 1"/>
          <p:cNvSpPr txBox="1"/>
          <p:nvPr/>
        </p:nvSpPr>
        <p:spPr>
          <a:xfrm>
            <a:off x="914400" y="4206240"/>
            <a:ext cx="10817352" cy="655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Botón ⋮</a:t>
            </a:r>
            <a:endParaRPr lang="en-US" sz="1400" dirty="0"/>
          </a:p>
          <a:p>
            <a:pPr indent="0" marL="0">
              <a:buNone/>
            </a:pPr>
            <a:r>
              <a:rPr lang="en-US" sz="1200" dirty="0">
                <a:solidFill>
                  <a:schemeClr val="accent5"/>
                </a:solidFill>
              </a:rPr>
              <a:t>Está en la esquina superior derecha y abre un menú pequeño.</a:t>
            </a:r>
            <a:endParaRPr lang="en-US" sz="1400" dirty="0"/>
          </a:p>
        </p:txBody>
      </p:sp>
      <p:sp>
        <p:nvSpPr>
          <p:cNvPr id="14" name="Marcador 2"/>
          <p:cNvSpPr/>
          <p:nvPr/>
        </p:nvSpPr>
        <p:spPr>
          <a:xfrm>
            <a:off x="475488" y="4925568"/>
            <a:ext cx="329184" cy="329184"/>
          </a:xfrm>
          <a:prstGeom prst="ellipse">
            <a:avLst/>
          </a:prstGeom>
          <a:solidFill>
            <a:schemeClr val="accent2"/>
          </a:solidFill>
          <a:ln w="1905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25400" dir="5400000">
              <a:srgbClr val="0F172A">
                <a:alpha val="18000"/>
              </a:srgbClr>
            </a:outerShdw>
          </a:effectLst>
        </p:spPr>
      </p:sp>
      <p:sp>
        <p:nvSpPr>
          <p:cNvPr id="15" name="Numero 2"/>
          <p:cNvSpPr txBox="1"/>
          <p:nvPr/>
        </p:nvSpPr>
        <p:spPr>
          <a:xfrm>
            <a:off x="475488" y="492556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2</a:t>
            </a:r>
            <a:endParaRPr lang="en-US" sz="1300" dirty="0"/>
          </a:p>
        </p:txBody>
      </p:sp>
      <p:sp>
        <p:nvSpPr>
          <p:cNvPr id="16" name="Leyenda 2"/>
          <p:cNvSpPr txBox="1"/>
          <p:nvPr/>
        </p:nvSpPr>
        <p:spPr>
          <a:xfrm>
            <a:off x="914400" y="4907280"/>
            <a:ext cx="10817352" cy="655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Solo para administradores</a:t>
            </a:r>
            <a:endParaRPr lang="en-US" sz="1400" dirty="0"/>
          </a:p>
          <a:p>
            <a:pPr indent="0" marL="0">
              <a:buNone/>
            </a:pPr>
            <a:r>
              <a:rPr lang="en-US" sz="1200" dirty="0">
                <a:solidFill>
                  <a:schemeClr val="accent5"/>
                </a:solidFill>
              </a:rPr>
              <a:t>Como usuario no necesitas iniciar sesión para usar el portal.</a:t>
            </a:r>
            <a:endParaRPr lang="en-US" sz="1400" dirty="0"/>
          </a:p>
        </p:txBody>
      </p:sp>
      <p:sp>
        <p:nvSpPr>
          <p:cNvPr id="17" name="Marcador 3"/>
          <p:cNvSpPr/>
          <p:nvPr/>
        </p:nvSpPr>
        <p:spPr>
          <a:xfrm>
            <a:off x="475488" y="5626608"/>
            <a:ext cx="329184" cy="329184"/>
          </a:xfrm>
          <a:prstGeom prst="ellipse">
            <a:avLst/>
          </a:prstGeom>
          <a:solidFill>
            <a:schemeClr val="accent2"/>
          </a:solidFill>
          <a:ln w="1905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25400" dir="5400000">
              <a:srgbClr val="0F172A">
                <a:alpha val="18000"/>
              </a:srgbClr>
            </a:outerShdw>
          </a:effectLst>
        </p:spPr>
      </p:sp>
      <p:sp>
        <p:nvSpPr>
          <p:cNvPr id="18" name="Numero 3"/>
          <p:cNvSpPr txBox="1"/>
          <p:nvPr/>
        </p:nvSpPr>
        <p:spPr>
          <a:xfrm>
            <a:off x="475488" y="562660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3</a:t>
            </a:r>
            <a:endParaRPr lang="en-US" sz="1300" dirty="0"/>
          </a:p>
        </p:txBody>
      </p:sp>
      <p:sp>
        <p:nvSpPr>
          <p:cNvPr id="19" name="Leyenda 3"/>
          <p:cNvSpPr txBox="1"/>
          <p:nvPr/>
        </p:nvSpPr>
        <p:spPr>
          <a:xfrm>
            <a:off x="914400" y="5608320"/>
            <a:ext cx="10817352" cy="655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Iniciar sesión</a:t>
            </a:r>
            <a:endParaRPr lang="en-US" sz="1400" dirty="0"/>
          </a:p>
          <a:p>
            <a:pPr indent="0" marL="0">
              <a:buNone/>
            </a:pPr>
            <a:r>
              <a:rPr lang="en-US" sz="1200" dirty="0">
                <a:solidFill>
                  <a:schemeClr val="accent5"/>
                </a:solidFill>
              </a:rPr>
              <a:t>Lleva al acceso de administradores. Si ya entraste, aquí verás Administración y Cerrar sesión.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4552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4748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2377440"/>
            <a:ext cx="10698480" cy="100584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l" indent="0" marL="0">
              <a:buNone/>
            </a:pPr>
            <a:r>
              <a:rPr lang="en-US" sz="4800" b="1" dirty="0">
                <a:solidFill>
                  <a:schemeClr val="bg1"/>
                </a:solidFill>
              </a:rPr>
              <a:t>Para administradores</a:t>
            </a:r>
            <a:endParaRPr lang="en-US" sz="48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3474720"/>
            <a:ext cx="1069848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2000" dirty="0">
                <a:solidFill>
                  <a:schemeClr val="bg2"/>
                </a:solidFill>
              </a:rPr>
              <a:t>Gestiona el contenido del portal desde el panel de administración</a:t>
            </a:r>
            <a:endParaRPr lang="en-US" sz="2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2"/>
                </a:solidFill>
              </a:rPr>
              <a:t>Iniciar sesión</a:t>
            </a:r>
            <a:endParaRPr lang="en-US" sz="3600" dirty="0"/>
          </a:p>
        </p:txBody>
      </p:sp>
      <p:sp>
        <p:nvSpPr>
          <p:cNvPr id="3" name="Marco 08-login"/>
          <p:cNvSpPr/>
          <p:nvPr/>
        </p:nvSpPr>
        <p:spPr>
          <a:xfrm>
            <a:off x="420624" y="1197864"/>
            <a:ext cx="4965192" cy="4965192"/>
          </a:xfrm>
          <a:prstGeom prst="roundRect">
            <a:avLst>
              <a:gd name="adj" fmla="val 1473"/>
            </a:avLst>
          </a:prstGeom>
          <a:solidFill>
            <a:schemeClr val="bg2"/>
          </a:solidFill>
          <a:ln w="9525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25400" dir="5400000">
              <a:srgbClr val="0F172A">
                <a:alpha val="18000"/>
              </a:srgbClr>
            </a:outerShdw>
          </a:effectLst>
        </p:spPr>
      </p:sp>
      <p:pic>
        <p:nvPicPr>
          <p:cNvPr id="4" name="Captura 08-login" descr="Captura: logi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234440"/>
            <a:ext cx="4892040" cy="4892040"/>
          </a:xfrm>
          <a:prstGeom prst="rect">
            <a:avLst/>
          </a:prstGeom>
        </p:spPr>
      </p:pic>
      <p:sp>
        <p:nvSpPr>
          <p:cNvPr id="5" name="Marcador 1"/>
          <p:cNvSpPr/>
          <p:nvPr/>
        </p:nvSpPr>
        <p:spPr>
          <a:xfrm>
            <a:off x="4793534" y="3178122"/>
            <a:ext cx="310896" cy="310896"/>
          </a:xfrm>
          <a:prstGeom prst="ellipse">
            <a:avLst/>
          </a:prstGeom>
          <a:solidFill>
            <a:schemeClr val="accent2"/>
          </a:solidFill>
          <a:ln w="1905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25400" dir="5400000">
              <a:srgbClr val="0F172A">
                <a:alpha val="18000"/>
              </a:srgbClr>
            </a:outerShdw>
          </a:effectLst>
        </p:spPr>
      </p:sp>
      <p:sp>
        <p:nvSpPr>
          <p:cNvPr id="6" name="Numero 1"/>
          <p:cNvSpPr txBox="1"/>
          <p:nvPr/>
        </p:nvSpPr>
        <p:spPr>
          <a:xfrm>
            <a:off x="4793534" y="317812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1</a:t>
            </a:r>
            <a:endParaRPr lang="en-US" sz="1300" dirty="0"/>
          </a:p>
        </p:txBody>
      </p:sp>
      <p:sp>
        <p:nvSpPr>
          <p:cNvPr id="7" name="Marcador 2"/>
          <p:cNvSpPr/>
          <p:nvPr/>
        </p:nvSpPr>
        <p:spPr>
          <a:xfrm>
            <a:off x="4793534" y="4076478"/>
            <a:ext cx="310896" cy="310896"/>
          </a:xfrm>
          <a:prstGeom prst="ellipse">
            <a:avLst/>
          </a:prstGeom>
          <a:solidFill>
            <a:schemeClr val="accent2"/>
          </a:solidFill>
          <a:ln w="1905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25400" dir="5400000">
              <a:srgbClr val="0F172A">
                <a:alpha val="18000"/>
              </a:srgbClr>
            </a:outerShdw>
          </a:effectLst>
        </p:spPr>
      </p:sp>
      <p:sp>
        <p:nvSpPr>
          <p:cNvPr id="8" name="Numero 2"/>
          <p:cNvSpPr txBox="1"/>
          <p:nvPr/>
        </p:nvSpPr>
        <p:spPr>
          <a:xfrm>
            <a:off x="4793534" y="407647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2</a:t>
            </a:r>
            <a:endParaRPr lang="en-US" sz="1300" dirty="0"/>
          </a:p>
        </p:txBody>
      </p:sp>
      <p:sp>
        <p:nvSpPr>
          <p:cNvPr id="9" name="Marcador 3"/>
          <p:cNvSpPr/>
          <p:nvPr/>
        </p:nvSpPr>
        <p:spPr>
          <a:xfrm>
            <a:off x="4793534" y="4743575"/>
            <a:ext cx="310896" cy="310896"/>
          </a:xfrm>
          <a:prstGeom prst="ellipse">
            <a:avLst/>
          </a:prstGeom>
          <a:solidFill>
            <a:schemeClr val="accent2"/>
          </a:solidFill>
          <a:ln w="1905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25400" dir="5400000">
              <a:srgbClr val="0F172A">
                <a:alpha val="18000"/>
              </a:srgbClr>
            </a:outerShdw>
          </a:effectLst>
        </p:spPr>
      </p:sp>
      <p:sp>
        <p:nvSpPr>
          <p:cNvPr id="10" name="Numero 3"/>
          <p:cNvSpPr txBox="1"/>
          <p:nvPr/>
        </p:nvSpPr>
        <p:spPr>
          <a:xfrm>
            <a:off x="4793534" y="4743575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3</a:t>
            </a:r>
            <a:endParaRPr lang="en-US" sz="1300" dirty="0"/>
          </a:p>
        </p:txBody>
      </p:sp>
      <p:sp>
        <p:nvSpPr>
          <p:cNvPr id="11" name="Marcador 4"/>
          <p:cNvSpPr/>
          <p:nvPr/>
        </p:nvSpPr>
        <p:spPr>
          <a:xfrm>
            <a:off x="3681707" y="5268357"/>
            <a:ext cx="310896" cy="310896"/>
          </a:xfrm>
          <a:prstGeom prst="ellipse">
            <a:avLst/>
          </a:prstGeom>
          <a:solidFill>
            <a:schemeClr val="accent2"/>
          </a:solidFill>
          <a:ln w="1905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25400" dir="5400000">
              <a:srgbClr val="0F172A">
                <a:alpha val="18000"/>
              </a:srgbClr>
            </a:outerShdw>
          </a:effectLst>
        </p:spPr>
      </p:sp>
      <p:sp>
        <p:nvSpPr>
          <p:cNvPr id="12" name="Numero 4"/>
          <p:cNvSpPr txBox="1"/>
          <p:nvPr/>
        </p:nvSpPr>
        <p:spPr>
          <a:xfrm>
            <a:off x="3681707" y="5268357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4</a:t>
            </a:r>
            <a:endParaRPr lang="en-US" sz="1300" dirty="0"/>
          </a:p>
        </p:txBody>
      </p:sp>
      <p:sp>
        <p:nvSpPr>
          <p:cNvPr id="13" name="Marcador 1"/>
          <p:cNvSpPr/>
          <p:nvPr/>
        </p:nvSpPr>
        <p:spPr>
          <a:xfrm>
            <a:off x="5779008" y="1252728"/>
            <a:ext cx="329184" cy="329184"/>
          </a:xfrm>
          <a:prstGeom prst="ellipse">
            <a:avLst/>
          </a:prstGeom>
          <a:solidFill>
            <a:schemeClr val="accent2"/>
          </a:solidFill>
          <a:ln w="1905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25400" dir="5400000">
              <a:srgbClr val="0F172A">
                <a:alpha val="18000"/>
              </a:srgbClr>
            </a:outerShdw>
          </a:effectLst>
        </p:spPr>
      </p:sp>
      <p:sp>
        <p:nvSpPr>
          <p:cNvPr id="14" name="Numero 1"/>
          <p:cNvSpPr txBox="1"/>
          <p:nvPr/>
        </p:nvSpPr>
        <p:spPr>
          <a:xfrm>
            <a:off x="5779008" y="125272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1</a:t>
            </a:r>
            <a:endParaRPr lang="en-US" sz="1300" dirty="0"/>
          </a:p>
        </p:txBody>
      </p:sp>
      <p:sp>
        <p:nvSpPr>
          <p:cNvPr id="15" name="Leyenda 1"/>
          <p:cNvSpPr txBox="1"/>
          <p:nvPr/>
        </p:nvSpPr>
        <p:spPr>
          <a:xfrm>
            <a:off x="6217920" y="1234440"/>
            <a:ext cx="551383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Usuario</a:t>
            </a:r>
            <a:endParaRPr lang="en-US" sz="1400" dirty="0"/>
          </a:p>
          <a:p>
            <a:pPr indent="0" marL="0">
              <a:buNone/>
            </a:pPr>
            <a:r>
              <a:rPr lang="en-US" sz="1200" dirty="0">
                <a:solidFill>
                  <a:schemeClr val="accent5"/>
                </a:solidFill>
              </a:rPr>
              <a:t>El nombre de usuario que te asignó otro administrador.</a:t>
            </a:r>
            <a:endParaRPr lang="en-US" sz="1400" dirty="0"/>
          </a:p>
        </p:txBody>
      </p:sp>
      <p:sp>
        <p:nvSpPr>
          <p:cNvPr id="16" name="Marcador 2"/>
          <p:cNvSpPr/>
          <p:nvPr/>
        </p:nvSpPr>
        <p:spPr>
          <a:xfrm>
            <a:off x="5779008" y="2121408"/>
            <a:ext cx="329184" cy="329184"/>
          </a:xfrm>
          <a:prstGeom prst="ellipse">
            <a:avLst/>
          </a:prstGeom>
          <a:solidFill>
            <a:schemeClr val="accent2"/>
          </a:solidFill>
          <a:ln w="1905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25400" dir="5400000">
              <a:srgbClr val="0F172A">
                <a:alpha val="18000"/>
              </a:srgbClr>
            </a:outerShdw>
          </a:effectLst>
        </p:spPr>
      </p:sp>
      <p:sp>
        <p:nvSpPr>
          <p:cNvPr id="17" name="Numero 2"/>
          <p:cNvSpPr txBox="1"/>
          <p:nvPr/>
        </p:nvSpPr>
        <p:spPr>
          <a:xfrm>
            <a:off x="5779008" y="212140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2</a:t>
            </a:r>
            <a:endParaRPr lang="en-US" sz="1300" dirty="0"/>
          </a:p>
        </p:txBody>
      </p:sp>
      <p:sp>
        <p:nvSpPr>
          <p:cNvPr id="18" name="Leyenda 2"/>
          <p:cNvSpPr txBox="1"/>
          <p:nvPr/>
        </p:nvSpPr>
        <p:spPr>
          <a:xfrm>
            <a:off x="6217920" y="2103120"/>
            <a:ext cx="551383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Contraseña</a:t>
            </a:r>
            <a:endParaRPr lang="en-US" sz="1400" dirty="0"/>
          </a:p>
          <a:p>
            <a:pPr indent="0" marL="0">
              <a:buNone/>
            </a:pPr>
            <a:r>
              <a:rPr lang="en-US" sz="1200" dirty="0">
                <a:solidFill>
                  <a:schemeClr val="accent5"/>
                </a:solidFill>
              </a:rPr>
              <a:t>Tu contraseña personal; no la compartas.</a:t>
            </a:r>
            <a:endParaRPr lang="en-US" sz="1400" dirty="0"/>
          </a:p>
        </p:txBody>
      </p:sp>
      <p:sp>
        <p:nvSpPr>
          <p:cNvPr id="19" name="Marcador 3"/>
          <p:cNvSpPr/>
          <p:nvPr/>
        </p:nvSpPr>
        <p:spPr>
          <a:xfrm>
            <a:off x="5779008" y="2990088"/>
            <a:ext cx="329184" cy="329184"/>
          </a:xfrm>
          <a:prstGeom prst="ellipse">
            <a:avLst/>
          </a:prstGeom>
          <a:solidFill>
            <a:schemeClr val="accent2"/>
          </a:solidFill>
          <a:ln w="1905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25400" dir="5400000">
              <a:srgbClr val="0F172A">
                <a:alpha val="18000"/>
              </a:srgbClr>
            </a:outerShdw>
          </a:effectLst>
        </p:spPr>
      </p:sp>
      <p:sp>
        <p:nvSpPr>
          <p:cNvPr id="20" name="Numero 3"/>
          <p:cNvSpPr txBox="1"/>
          <p:nvPr/>
        </p:nvSpPr>
        <p:spPr>
          <a:xfrm>
            <a:off x="5779008" y="299008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3</a:t>
            </a:r>
            <a:endParaRPr lang="en-US" sz="1300" dirty="0"/>
          </a:p>
        </p:txBody>
      </p:sp>
      <p:sp>
        <p:nvSpPr>
          <p:cNvPr id="21" name="Leyenda 3"/>
          <p:cNvSpPr txBox="1"/>
          <p:nvPr/>
        </p:nvSpPr>
        <p:spPr>
          <a:xfrm>
            <a:off x="6217920" y="2971800"/>
            <a:ext cx="551383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Entrar</a:t>
            </a:r>
            <a:endParaRPr lang="en-US" sz="1400" dirty="0"/>
          </a:p>
          <a:p>
            <a:pPr indent="0" marL="0">
              <a:buNone/>
            </a:pPr>
            <a:r>
              <a:rPr lang="en-US" sz="1200" dirty="0">
                <a:solidFill>
                  <a:schemeClr val="accent5"/>
                </a:solidFill>
              </a:rPr>
              <a:t>Abre el panel de administración. Tras 5 intentos fallidos la cuenta se bloquea 15 minutos.</a:t>
            </a:r>
            <a:endParaRPr lang="en-US" sz="1400" dirty="0"/>
          </a:p>
        </p:txBody>
      </p:sp>
      <p:sp>
        <p:nvSpPr>
          <p:cNvPr id="22" name="Marcador 4"/>
          <p:cNvSpPr/>
          <p:nvPr/>
        </p:nvSpPr>
        <p:spPr>
          <a:xfrm>
            <a:off x="5779008" y="3858768"/>
            <a:ext cx="329184" cy="329184"/>
          </a:xfrm>
          <a:prstGeom prst="ellipse">
            <a:avLst/>
          </a:prstGeom>
          <a:solidFill>
            <a:schemeClr val="accent2"/>
          </a:solidFill>
          <a:ln w="1905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25400" dir="5400000">
              <a:srgbClr val="0F172A">
                <a:alpha val="18000"/>
              </a:srgbClr>
            </a:outerShdw>
          </a:effectLst>
        </p:spPr>
      </p:sp>
      <p:sp>
        <p:nvSpPr>
          <p:cNvPr id="23" name="Numero 4"/>
          <p:cNvSpPr txBox="1"/>
          <p:nvPr/>
        </p:nvSpPr>
        <p:spPr>
          <a:xfrm>
            <a:off x="5779008" y="385876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4</a:t>
            </a:r>
            <a:endParaRPr lang="en-US" sz="1300" dirty="0"/>
          </a:p>
        </p:txBody>
      </p:sp>
      <p:sp>
        <p:nvSpPr>
          <p:cNvPr id="24" name="Leyenda 4"/>
          <p:cNvSpPr txBox="1"/>
          <p:nvPr/>
        </p:nvSpPr>
        <p:spPr>
          <a:xfrm>
            <a:off x="6217920" y="3840480"/>
            <a:ext cx="551383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Volver al portal</a:t>
            </a:r>
            <a:endParaRPr lang="en-US" sz="1400" dirty="0"/>
          </a:p>
          <a:p>
            <a:pPr indent="0" marL="0">
              <a:buNone/>
            </a:pPr>
            <a:r>
              <a:rPr lang="en-US" sz="1200" dirty="0">
                <a:solidFill>
                  <a:schemeClr val="accent5"/>
                </a:solidFill>
              </a:rPr>
              <a:t>Regresa al portal sin iniciar sesión.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4552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4748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2"/>
                </a:solidFill>
              </a:rPr>
              <a:t>El panel de administración</a:t>
            </a:r>
            <a:endParaRPr lang="en-US" sz="3600" dirty="0"/>
          </a:p>
        </p:txBody>
      </p:sp>
      <p:sp>
        <p:nvSpPr>
          <p:cNvPr id="3" name="Marco 09-aplicaciones"/>
          <p:cNvSpPr/>
          <p:nvPr/>
        </p:nvSpPr>
        <p:spPr>
          <a:xfrm>
            <a:off x="420624" y="1197864"/>
            <a:ext cx="7662672" cy="4605782"/>
          </a:xfrm>
          <a:prstGeom prst="roundRect">
            <a:avLst>
              <a:gd name="adj" fmla="val 1588"/>
            </a:avLst>
          </a:prstGeom>
          <a:solidFill>
            <a:schemeClr val="bg2"/>
          </a:solidFill>
          <a:ln w="9525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25400" dir="5400000">
              <a:srgbClr val="0F172A">
                <a:alpha val="18000"/>
              </a:srgbClr>
            </a:outerShdw>
          </a:effectLst>
        </p:spPr>
      </p:sp>
      <p:pic>
        <p:nvPicPr>
          <p:cNvPr id="4" name="Captura 09-aplicaciones" descr="Captura: aplicaciones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234440"/>
            <a:ext cx="7589520" cy="4532630"/>
          </a:xfrm>
          <a:prstGeom prst="rect">
            <a:avLst/>
          </a:prstGeom>
        </p:spPr>
      </p:pic>
      <p:sp>
        <p:nvSpPr>
          <p:cNvPr id="5" name="Marcador 1"/>
          <p:cNvSpPr/>
          <p:nvPr/>
        </p:nvSpPr>
        <p:spPr>
          <a:xfrm>
            <a:off x="1313688" y="1555445"/>
            <a:ext cx="310896" cy="310896"/>
          </a:xfrm>
          <a:prstGeom prst="ellipse">
            <a:avLst/>
          </a:prstGeom>
          <a:solidFill>
            <a:schemeClr val="accent2"/>
          </a:solidFill>
          <a:ln w="1905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25400" dir="5400000">
              <a:srgbClr val="0F172A">
                <a:alpha val="18000"/>
              </a:srgbClr>
            </a:outerShdw>
          </a:effectLst>
        </p:spPr>
      </p:sp>
      <p:sp>
        <p:nvSpPr>
          <p:cNvPr id="6" name="Numero 1"/>
          <p:cNvSpPr txBox="1"/>
          <p:nvPr/>
        </p:nvSpPr>
        <p:spPr>
          <a:xfrm>
            <a:off x="1313688" y="1555445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1</a:t>
            </a:r>
            <a:endParaRPr lang="en-US" sz="1300" dirty="0"/>
          </a:p>
        </p:txBody>
      </p:sp>
      <p:sp>
        <p:nvSpPr>
          <p:cNvPr id="7" name="Marcador 2"/>
          <p:cNvSpPr/>
          <p:nvPr/>
        </p:nvSpPr>
        <p:spPr>
          <a:xfrm>
            <a:off x="4939792" y="1972869"/>
            <a:ext cx="310896" cy="310896"/>
          </a:xfrm>
          <a:prstGeom prst="ellipse">
            <a:avLst/>
          </a:prstGeom>
          <a:solidFill>
            <a:schemeClr val="accent2"/>
          </a:solidFill>
          <a:ln w="1905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25400" dir="5400000">
              <a:srgbClr val="0F172A">
                <a:alpha val="18000"/>
              </a:srgbClr>
            </a:outerShdw>
          </a:effectLst>
        </p:spPr>
      </p:sp>
      <p:sp>
        <p:nvSpPr>
          <p:cNvPr id="8" name="Numero 2"/>
          <p:cNvSpPr txBox="1"/>
          <p:nvPr/>
        </p:nvSpPr>
        <p:spPr>
          <a:xfrm>
            <a:off x="4939792" y="1972869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2</a:t>
            </a:r>
            <a:endParaRPr lang="en-US" sz="1300" dirty="0"/>
          </a:p>
        </p:txBody>
      </p:sp>
      <p:sp>
        <p:nvSpPr>
          <p:cNvPr id="9" name="Marcador 3"/>
          <p:cNvSpPr/>
          <p:nvPr/>
        </p:nvSpPr>
        <p:spPr>
          <a:xfrm>
            <a:off x="6689598" y="1972869"/>
            <a:ext cx="310896" cy="310896"/>
          </a:xfrm>
          <a:prstGeom prst="ellipse">
            <a:avLst/>
          </a:prstGeom>
          <a:solidFill>
            <a:schemeClr val="accent2"/>
          </a:solidFill>
          <a:ln w="1905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25400" dir="5400000">
              <a:srgbClr val="0F172A">
                <a:alpha val="18000"/>
              </a:srgbClr>
            </a:outerShdw>
          </a:effectLst>
        </p:spPr>
      </p:sp>
      <p:sp>
        <p:nvSpPr>
          <p:cNvPr id="10" name="Numero 3"/>
          <p:cNvSpPr txBox="1"/>
          <p:nvPr/>
        </p:nvSpPr>
        <p:spPr>
          <a:xfrm>
            <a:off x="6689598" y="1972869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3</a:t>
            </a:r>
            <a:endParaRPr lang="en-US" sz="1300" dirty="0"/>
          </a:p>
        </p:txBody>
      </p:sp>
      <p:sp>
        <p:nvSpPr>
          <p:cNvPr id="11" name="Marcador 4"/>
          <p:cNvSpPr/>
          <p:nvPr/>
        </p:nvSpPr>
        <p:spPr>
          <a:xfrm>
            <a:off x="2662936" y="2251151"/>
            <a:ext cx="310896" cy="310896"/>
          </a:xfrm>
          <a:prstGeom prst="ellipse">
            <a:avLst/>
          </a:prstGeom>
          <a:solidFill>
            <a:schemeClr val="accent2"/>
          </a:solidFill>
          <a:ln w="1905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25400" dir="5400000">
              <a:srgbClr val="0F172A">
                <a:alpha val="18000"/>
              </a:srgbClr>
            </a:outerShdw>
          </a:effectLst>
        </p:spPr>
      </p:sp>
      <p:sp>
        <p:nvSpPr>
          <p:cNvPr id="12" name="Numero 4"/>
          <p:cNvSpPr txBox="1"/>
          <p:nvPr/>
        </p:nvSpPr>
        <p:spPr>
          <a:xfrm>
            <a:off x="2662936" y="2251151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4</a:t>
            </a:r>
            <a:endParaRPr lang="en-US" sz="1300" dirty="0"/>
          </a:p>
        </p:txBody>
      </p:sp>
      <p:sp>
        <p:nvSpPr>
          <p:cNvPr id="13" name="Marcador 5"/>
          <p:cNvSpPr/>
          <p:nvPr/>
        </p:nvSpPr>
        <p:spPr>
          <a:xfrm>
            <a:off x="6626352" y="2251151"/>
            <a:ext cx="310896" cy="310896"/>
          </a:xfrm>
          <a:prstGeom prst="ellipse">
            <a:avLst/>
          </a:prstGeom>
          <a:solidFill>
            <a:schemeClr val="accent2"/>
          </a:solidFill>
          <a:ln w="1905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25400" dir="5400000">
              <a:srgbClr val="0F172A">
                <a:alpha val="18000"/>
              </a:srgbClr>
            </a:outerShdw>
          </a:effectLst>
        </p:spPr>
      </p:sp>
      <p:sp>
        <p:nvSpPr>
          <p:cNvPr id="14" name="Numero 5"/>
          <p:cNvSpPr txBox="1"/>
          <p:nvPr/>
        </p:nvSpPr>
        <p:spPr>
          <a:xfrm>
            <a:off x="6626352" y="2251151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5</a:t>
            </a:r>
            <a:endParaRPr lang="en-US" sz="1300" dirty="0"/>
          </a:p>
        </p:txBody>
      </p:sp>
      <p:sp>
        <p:nvSpPr>
          <p:cNvPr id="15" name="Marcador 6"/>
          <p:cNvSpPr/>
          <p:nvPr/>
        </p:nvSpPr>
        <p:spPr>
          <a:xfrm>
            <a:off x="6955231" y="2251151"/>
            <a:ext cx="310896" cy="310896"/>
          </a:xfrm>
          <a:prstGeom prst="ellipse">
            <a:avLst/>
          </a:prstGeom>
          <a:solidFill>
            <a:schemeClr val="accent2"/>
          </a:solidFill>
          <a:ln w="1905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25400" dir="5400000">
              <a:srgbClr val="0F172A">
                <a:alpha val="18000"/>
              </a:srgbClr>
            </a:outerShdw>
          </a:effectLst>
        </p:spPr>
      </p:sp>
      <p:sp>
        <p:nvSpPr>
          <p:cNvPr id="16" name="Numero 6"/>
          <p:cNvSpPr txBox="1"/>
          <p:nvPr/>
        </p:nvSpPr>
        <p:spPr>
          <a:xfrm>
            <a:off x="6955231" y="2251151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6</a:t>
            </a:r>
            <a:endParaRPr lang="en-US" sz="1300" dirty="0"/>
          </a:p>
        </p:txBody>
      </p:sp>
      <p:sp>
        <p:nvSpPr>
          <p:cNvPr id="17" name="Marcador 7"/>
          <p:cNvSpPr/>
          <p:nvPr/>
        </p:nvSpPr>
        <p:spPr>
          <a:xfrm>
            <a:off x="7427468" y="2251151"/>
            <a:ext cx="310896" cy="310896"/>
          </a:xfrm>
          <a:prstGeom prst="ellipse">
            <a:avLst/>
          </a:prstGeom>
          <a:solidFill>
            <a:schemeClr val="accent2"/>
          </a:solidFill>
          <a:ln w="1905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25400" dir="5400000">
              <a:srgbClr val="0F172A">
                <a:alpha val="18000"/>
              </a:srgbClr>
            </a:outerShdw>
          </a:effectLst>
        </p:spPr>
      </p:sp>
      <p:sp>
        <p:nvSpPr>
          <p:cNvPr id="18" name="Numero 7"/>
          <p:cNvSpPr txBox="1"/>
          <p:nvPr/>
        </p:nvSpPr>
        <p:spPr>
          <a:xfrm>
            <a:off x="7427468" y="2251151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7</a:t>
            </a:r>
            <a:endParaRPr lang="en-US" sz="1300" dirty="0"/>
          </a:p>
        </p:txBody>
      </p:sp>
      <p:sp>
        <p:nvSpPr>
          <p:cNvPr id="19" name="Marcador 8"/>
          <p:cNvSpPr/>
          <p:nvPr/>
        </p:nvSpPr>
        <p:spPr>
          <a:xfrm>
            <a:off x="1271524" y="3777488"/>
            <a:ext cx="310896" cy="310896"/>
          </a:xfrm>
          <a:prstGeom prst="ellipse">
            <a:avLst/>
          </a:prstGeom>
          <a:solidFill>
            <a:schemeClr val="accent2"/>
          </a:solidFill>
          <a:ln w="1905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25400" dir="5400000">
              <a:srgbClr val="0F172A">
                <a:alpha val="18000"/>
              </a:srgbClr>
            </a:outerShdw>
          </a:effectLst>
        </p:spPr>
      </p:sp>
      <p:sp>
        <p:nvSpPr>
          <p:cNvPr id="20" name="Numero 8"/>
          <p:cNvSpPr txBox="1"/>
          <p:nvPr/>
        </p:nvSpPr>
        <p:spPr>
          <a:xfrm>
            <a:off x="1271524" y="377748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8</a:t>
            </a:r>
            <a:endParaRPr lang="en-US" sz="1300" dirty="0"/>
          </a:p>
        </p:txBody>
      </p:sp>
      <p:sp>
        <p:nvSpPr>
          <p:cNvPr id="21" name="Marcador 1"/>
          <p:cNvSpPr/>
          <p:nvPr/>
        </p:nvSpPr>
        <p:spPr>
          <a:xfrm>
            <a:off x="8476488" y="1252728"/>
            <a:ext cx="329184" cy="329184"/>
          </a:xfrm>
          <a:prstGeom prst="ellipse">
            <a:avLst/>
          </a:prstGeom>
          <a:solidFill>
            <a:schemeClr val="accent2"/>
          </a:solidFill>
          <a:ln w="1905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25400" dir="5400000">
              <a:srgbClr val="0F172A">
                <a:alpha val="18000"/>
              </a:srgbClr>
            </a:outerShdw>
          </a:effectLst>
        </p:spPr>
      </p:sp>
      <p:sp>
        <p:nvSpPr>
          <p:cNvPr id="22" name="Numero 1"/>
          <p:cNvSpPr txBox="1"/>
          <p:nvPr/>
        </p:nvSpPr>
        <p:spPr>
          <a:xfrm>
            <a:off x="8476488" y="125272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1</a:t>
            </a:r>
            <a:endParaRPr lang="en-US" sz="1300" dirty="0"/>
          </a:p>
        </p:txBody>
      </p:sp>
      <p:sp>
        <p:nvSpPr>
          <p:cNvPr id="23" name="Leyenda 1"/>
          <p:cNvSpPr txBox="1"/>
          <p:nvPr/>
        </p:nvSpPr>
        <p:spPr>
          <a:xfrm>
            <a:off x="8915400" y="1234440"/>
            <a:ext cx="2816352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Menú de secciones</a:t>
            </a:r>
            <a:endParaRPr lang="en-US" sz="1400" dirty="0"/>
          </a:p>
          <a:p>
            <a:pPr indent="0" marL="0">
              <a:buNone/>
            </a:pPr>
            <a:r>
              <a:rPr lang="en-US" sz="1200" dirty="0">
                <a:solidFill>
                  <a:schemeClr val="accent5"/>
                </a:solidFill>
              </a:rPr>
              <a:t>Cambia entre las secciones de administración.</a:t>
            </a:r>
            <a:endParaRPr lang="en-US" sz="1400" dirty="0"/>
          </a:p>
        </p:txBody>
      </p:sp>
      <p:sp>
        <p:nvSpPr>
          <p:cNvPr id="24" name="Marcador 2"/>
          <p:cNvSpPr/>
          <p:nvPr/>
        </p:nvSpPr>
        <p:spPr>
          <a:xfrm>
            <a:off x="8476488" y="1869948"/>
            <a:ext cx="329184" cy="329184"/>
          </a:xfrm>
          <a:prstGeom prst="ellipse">
            <a:avLst/>
          </a:prstGeom>
          <a:solidFill>
            <a:schemeClr val="accent2"/>
          </a:solidFill>
          <a:ln w="1905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25400" dir="5400000">
              <a:srgbClr val="0F172A">
                <a:alpha val="18000"/>
              </a:srgbClr>
            </a:outerShdw>
          </a:effectLst>
        </p:spPr>
      </p:sp>
      <p:sp>
        <p:nvSpPr>
          <p:cNvPr id="25" name="Numero 2"/>
          <p:cNvSpPr txBox="1"/>
          <p:nvPr/>
        </p:nvSpPr>
        <p:spPr>
          <a:xfrm>
            <a:off x="8476488" y="186994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2</a:t>
            </a:r>
            <a:endParaRPr lang="en-US" sz="1300" dirty="0"/>
          </a:p>
        </p:txBody>
      </p:sp>
      <p:sp>
        <p:nvSpPr>
          <p:cNvPr id="26" name="Leyenda 2"/>
          <p:cNvSpPr txBox="1"/>
          <p:nvPr/>
        </p:nvSpPr>
        <p:spPr>
          <a:xfrm>
            <a:off x="8915400" y="1851660"/>
            <a:ext cx="2816352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Filtros y búsqueda</a:t>
            </a:r>
            <a:endParaRPr lang="en-US" sz="1400" dirty="0"/>
          </a:p>
          <a:p>
            <a:pPr indent="0" marL="0">
              <a:buNone/>
            </a:pPr>
            <a:r>
              <a:rPr lang="en-US" sz="1200" dirty="0">
                <a:solidFill>
                  <a:schemeClr val="accent5"/>
                </a:solidFill>
              </a:rPr>
              <a:t>Filtra por sitio o edificio y busca por nombre; pulsa Buscar.</a:t>
            </a:r>
            <a:endParaRPr lang="en-US" sz="1400" dirty="0"/>
          </a:p>
        </p:txBody>
      </p:sp>
      <p:sp>
        <p:nvSpPr>
          <p:cNvPr id="27" name="Marcador 3"/>
          <p:cNvSpPr/>
          <p:nvPr/>
        </p:nvSpPr>
        <p:spPr>
          <a:xfrm>
            <a:off x="8476488" y="2487168"/>
            <a:ext cx="329184" cy="329184"/>
          </a:xfrm>
          <a:prstGeom prst="ellipse">
            <a:avLst/>
          </a:prstGeom>
          <a:solidFill>
            <a:schemeClr val="accent2"/>
          </a:solidFill>
          <a:ln w="1905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25400" dir="5400000">
              <a:srgbClr val="0F172A">
                <a:alpha val="18000"/>
              </a:srgbClr>
            </a:outerShdw>
          </a:effectLst>
        </p:spPr>
      </p:sp>
      <p:sp>
        <p:nvSpPr>
          <p:cNvPr id="28" name="Numero 3"/>
          <p:cNvSpPr txBox="1"/>
          <p:nvPr/>
        </p:nvSpPr>
        <p:spPr>
          <a:xfrm>
            <a:off x="8476488" y="248716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3</a:t>
            </a:r>
            <a:endParaRPr lang="en-US" sz="1300" dirty="0"/>
          </a:p>
        </p:txBody>
      </p:sp>
      <p:sp>
        <p:nvSpPr>
          <p:cNvPr id="29" name="Leyenda 3"/>
          <p:cNvSpPr txBox="1"/>
          <p:nvPr/>
        </p:nvSpPr>
        <p:spPr>
          <a:xfrm>
            <a:off x="8915400" y="2468880"/>
            <a:ext cx="2816352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Nueva aplicación</a:t>
            </a:r>
            <a:endParaRPr lang="en-US" sz="1400" dirty="0"/>
          </a:p>
          <a:p>
            <a:pPr indent="0" marL="0">
              <a:buNone/>
            </a:pPr>
            <a:r>
              <a:rPr lang="en-US" sz="1200" dirty="0">
                <a:solidFill>
                  <a:schemeClr val="accent5"/>
                </a:solidFill>
              </a:rPr>
              <a:t>Da de alta un registro nuevo (cada sección tiene su botón Nuevo).</a:t>
            </a:r>
            <a:endParaRPr lang="en-US" sz="1400" dirty="0"/>
          </a:p>
        </p:txBody>
      </p:sp>
      <p:sp>
        <p:nvSpPr>
          <p:cNvPr id="30" name="Marcador 4"/>
          <p:cNvSpPr/>
          <p:nvPr/>
        </p:nvSpPr>
        <p:spPr>
          <a:xfrm>
            <a:off x="8476488" y="3104388"/>
            <a:ext cx="329184" cy="329184"/>
          </a:xfrm>
          <a:prstGeom prst="ellipse">
            <a:avLst/>
          </a:prstGeom>
          <a:solidFill>
            <a:schemeClr val="accent2"/>
          </a:solidFill>
          <a:ln w="1905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25400" dir="5400000">
              <a:srgbClr val="0F172A">
                <a:alpha val="18000"/>
              </a:srgbClr>
            </a:outerShdw>
          </a:effectLst>
        </p:spPr>
      </p:sp>
      <p:sp>
        <p:nvSpPr>
          <p:cNvPr id="31" name="Numero 4"/>
          <p:cNvSpPr txBox="1"/>
          <p:nvPr/>
        </p:nvSpPr>
        <p:spPr>
          <a:xfrm>
            <a:off x="8476488" y="310438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4</a:t>
            </a:r>
            <a:endParaRPr lang="en-US" sz="1300" dirty="0"/>
          </a:p>
        </p:txBody>
      </p:sp>
      <p:sp>
        <p:nvSpPr>
          <p:cNvPr id="32" name="Leyenda 4"/>
          <p:cNvSpPr txBox="1"/>
          <p:nvPr/>
        </p:nvSpPr>
        <p:spPr>
          <a:xfrm>
            <a:off x="8915400" y="3086100"/>
            <a:ext cx="2816352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Ordenar</a:t>
            </a:r>
            <a:endParaRPr lang="en-US" sz="1400" dirty="0"/>
          </a:p>
          <a:p>
            <a:pPr indent="0" marL="0">
              <a:buNone/>
            </a:pPr>
            <a:r>
              <a:rPr lang="en-US" sz="1200" dirty="0">
                <a:solidFill>
                  <a:schemeClr val="accent5"/>
                </a:solidFill>
              </a:rPr>
              <a:t>Haz clic en el encabezado de una columna para ordenar.</a:t>
            </a:r>
            <a:endParaRPr lang="en-US" sz="1400" dirty="0"/>
          </a:p>
        </p:txBody>
      </p:sp>
      <p:sp>
        <p:nvSpPr>
          <p:cNvPr id="33" name="Marcador 5"/>
          <p:cNvSpPr/>
          <p:nvPr/>
        </p:nvSpPr>
        <p:spPr>
          <a:xfrm>
            <a:off x="8476488" y="3721608"/>
            <a:ext cx="329184" cy="329184"/>
          </a:xfrm>
          <a:prstGeom prst="ellipse">
            <a:avLst/>
          </a:prstGeom>
          <a:solidFill>
            <a:schemeClr val="accent2"/>
          </a:solidFill>
          <a:ln w="1905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25400" dir="5400000">
              <a:srgbClr val="0F172A">
                <a:alpha val="18000"/>
              </a:srgbClr>
            </a:outerShdw>
          </a:effectLst>
        </p:spPr>
      </p:sp>
      <p:sp>
        <p:nvSpPr>
          <p:cNvPr id="34" name="Numero 5"/>
          <p:cNvSpPr txBox="1"/>
          <p:nvPr/>
        </p:nvSpPr>
        <p:spPr>
          <a:xfrm>
            <a:off x="8476488" y="372160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5</a:t>
            </a:r>
            <a:endParaRPr lang="en-US" sz="1300" dirty="0"/>
          </a:p>
        </p:txBody>
      </p:sp>
      <p:sp>
        <p:nvSpPr>
          <p:cNvPr id="35" name="Leyenda 5"/>
          <p:cNvSpPr txBox="1"/>
          <p:nvPr/>
        </p:nvSpPr>
        <p:spPr>
          <a:xfrm>
            <a:off x="8915400" y="3703320"/>
            <a:ext cx="2816352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Estado</a:t>
            </a:r>
            <a:endParaRPr lang="en-US" sz="1400" dirty="0"/>
          </a:p>
          <a:p>
            <a:pPr indent="0" marL="0">
              <a:buNone/>
            </a:pPr>
            <a:r>
              <a:rPr lang="en-US" sz="1200" dirty="0">
                <a:solidFill>
                  <a:schemeClr val="accent5"/>
                </a:solidFill>
              </a:rPr>
              <a:t>Activo aparece en el portal; Inactivo queda oculto.</a:t>
            </a:r>
            <a:endParaRPr lang="en-US" sz="1400" dirty="0"/>
          </a:p>
        </p:txBody>
      </p:sp>
      <p:sp>
        <p:nvSpPr>
          <p:cNvPr id="36" name="Marcador 6"/>
          <p:cNvSpPr/>
          <p:nvPr/>
        </p:nvSpPr>
        <p:spPr>
          <a:xfrm>
            <a:off x="8476488" y="4338828"/>
            <a:ext cx="329184" cy="329184"/>
          </a:xfrm>
          <a:prstGeom prst="ellipse">
            <a:avLst/>
          </a:prstGeom>
          <a:solidFill>
            <a:schemeClr val="accent2"/>
          </a:solidFill>
          <a:ln w="1905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25400" dir="5400000">
              <a:srgbClr val="0F172A">
                <a:alpha val="18000"/>
              </a:srgbClr>
            </a:outerShdw>
          </a:effectLst>
        </p:spPr>
      </p:sp>
      <p:sp>
        <p:nvSpPr>
          <p:cNvPr id="37" name="Numero 6"/>
          <p:cNvSpPr txBox="1"/>
          <p:nvPr/>
        </p:nvSpPr>
        <p:spPr>
          <a:xfrm>
            <a:off x="8476488" y="433882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6</a:t>
            </a:r>
            <a:endParaRPr lang="en-US" sz="1300" dirty="0"/>
          </a:p>
        </p:txBody>
      </p:sp>
      <p:sp>
        <p:nvSpPr>
          <p:cNvPr id="38" name="Leyenda 6"/>
          <p:cNvSpPr txBox="1"/>
          <p:nvPr/>
        </p:nvSpPr>
        <p:spPr>
          <a:xfrm>
            <a:off x="8915400" y="4320540"/>
            <a:ext cx="2816352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Editar</a:t>
            </a:r>
            <a:endParaRPr lang="en-US" sz="1400" dirty="0"/>
          </a:p>
          <a:p>
            <a:pPr indent="0" marL="0">
              <a:buNone/>
            </a:pPr>
            <a:r>
              <a:rPr lang="en-US" sz="1200" dirty="0">
                <a:solidFill>
                  <a:schemeClr val="accent5"/>
                </a:solidFill>
              </a:rPr>
              <a:t>Abre el formulario para cambiar los datos.</a:t>
            </a:r>
            <a:endParaRPr lang="en-US" sz="1400" dirty="0"/>
          </a:p>
        </p:txBody>
      </p:sp>
      <p:sp>
        <p:nvSpPr>
          <p:cNvPr id="39" name="Marcador 7"/>
          <p:cNvSpPr/>
          <p:nvPr/>
        </p:nvSpPr>
        <p:spPr>
          <a:xfrm>
            <a:off x="8476488" y="4956048"/>
            <a:ext cx="329184" cy="329184"/>
          </a:xfrm>
          <a:prstGeom prst="ellipse">
            <a:avLst/>
          </a:prstGeom>
          <a:solidFill>
            <a:schemeClr val="accent2"/>
          </a:solidFill>
          <a:ln w="1905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25400" dir="5400000">
              <a:srgbClr val="0F172A">
                <a:alpha val="18000"/>
              </a:srgbClr>
            </a:outerShdw>
          </a:effectLst>
        </p:spPr>
      </p:sp>
      <p:sp>
        <p:nvSpPr>
          <p:cNvPr id="40" name="Numero 7"/>
          <p:cNvSpPr txBox="1"/>
          <p:nvPr/>
        </p:nvSpPr>
        <p:spPr>
          <a:xfrm>
            <a:off x="8476488" y="495604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7</a:t>
            </a:r>
            <a:endParaRPr lang="en-US" sz="1300" dirty="0"/>
          </a:p>
        </p:txBody>
      </p:sp>
      <p:sp>
        <p:nvSpPr>
          <p:cNvPr id="41" name="Leyenda 7"/>
          <p:cNvSpPr txBox="1"/>
          <p:nvPr/>
        </p:nvSpPr>
        <p:spPr>
          <a:xfrm>
            <a:off x="8915400" y="4937760"/>
            <a:ext cx="2816352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Desactivar / Activar</a:t>
            </a:r>
            <a:endParaRPr lang="en-US" sz="1400" dirty="0"/>
          </a:p>
          <a:p>
            <a:pPr indent="0" marL="0">
              <a:buNone/>
            </a:pPr>
            <a:r>
              <a:rPr lang="en-US" sz="1200" dirty="0">
                <a:solidFill>
                  <a:schemeClr val="accent5"/>
                </a:solidFill>
              </a:rPr>
              <a:t>Oculta o vuelve a mostrar el registro sin borrarlo.</a:t>
            </a:r>
            <a:endParaRPr lang="en-US" sz="1400" dirty="0"/>
          </a:p>
        </p:txBody>
      </p:sp>
      <p:sp>
        <p:nvSpPr>
          <p:cNvPr id="42" name="Marcador 8"/>
          <p:cNvSpPr/>
          <p:nvPr/>
        </p:nvSpPr>
        <p:spPr>
          <a:xfrm>
            <a:off x="8476488" y="5573268"/>
            <a:ext cx="329184" cy="329184"/>
          </a:xfrm>
          <a:prstGeom prst="ellipse">
            <a:avLst/>
          </a:prstGeom>
          <a:solidFill>
            <a:schemeClr val="accent2"/>
          </a:solidFill>
          <a:ln w="1905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25400" dir="5400000">
              <a:srgbClr val="0F172A">
                <a:alpha val="18000"/>
              </a:srgbClr>
            </a:outerShdw>
          </a:effectLst>
        </p:spPr>
      </p:sp>
      <p:sp>
        <p:nvSpPr>
          <p:cNvPr id="43" name="Numero 8"/>
          <p:cNvSpPr txBox="1"/>
          <p:nvPr/>
        </p:nvSpPr>
        <p:spPr>
          <a:xfrm>
            <a:off x="8476488" y="557326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8</a:t>
            </a:r>
            <a:endParaRPr lang="en-US" sz="1300" dirty="0"/>
          </a:p>
        </p:txBody>
      </p:sp>
      <p:sp>
        <p:nvSpPr>
          <p:cNvPr id="44" name="Leyenda 8"/>
          <p:cNvSpPr txBox="1"/>
          <p:nvPr/>
        </p:nvSpPr>
        <p:spPr>
          <a:xfrm>
            <a:off x="8915400" y="5554980"/>
            <a:ext cx="2816352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Ir al portal</a:t>
            </a:r>
            <a:endParaRPr lang="en-US" sz="1400" dirty="0"/>
          </a:p>
          <a:p>
            <a:pPr indent="0" marL="0">
              <a:buNone/>
            </a:pPr>
            <a:r>
              <a:rPr lang="en-US" sz="1200" dirty="0">
                <a:solidFill>
                  <a:schemeClr val="accent5"/>
                </a:solidFill>
              </a:rPr>
              <a:t>Regresa al portal para ver el resultado.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4552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4748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2"/>
                </a:solidFill>
              </a:rPr>
              <a:t>Crear o editar una aplicación</a:t>
            </a:r>
            <a:endParaRPr lang="en-US" sz="3600" dirty="0"/>
          </a:p>
        </p:txBody>
      </p:sp>
      <p:sp>
        <p:nvSpPr>
          <p:cNvPr id="3" name="Marco 10-aplicacion-editar"/>
          <p:cNvSpPr/>
          <p:nvPr/>
        </p:nvSpPr>
        <p:spPr>
          <a:xfrm>
            <a:off x="420624" y="1197864"/>
            <a:ext cx="5635800" cy="4965192"/>
          </a:xfrm>
          <a:prstGeom prst="roundRect">
            <a:avLst>
              <a:gd name="adj" fmla="val 1473"/>
            </a:avLst>
          </a:prstGeom>
          <a:solidFill>
            <a:schemeClr val="bg2"/>
          </a:solidFill>
          <a:ln w="9525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25400" dir="5400000">
              <a:srgbClr val="0F172A">
                <a:alpha val="18000"/>
              </a:srgbClr>
            </a:outerShdw>
          </a:effectLst>
        </p:spPr>
      </p:sp>
      <p:pic>
        <p:nvPicPr>
          <p:cNvPr id="4" name="Captura 10-aplicacion-editar" descr="Captura: aplicacion editar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234440"/>
            <a:ext cx="5562648" cy="4892040"/>
          </a:xfrm>
          <a:prstGeom prst="rect">
            <a:avLst/>
          </a:prstGeom>
        </p:spPr>
      </p:pic>
      <p:sp>
        <p:nvSpPr>
          <p:cNvPr id="5" name="Marcador 1"/>
          <p:cNvSpPr/>
          <p:nvPr/>
        </p:nvSpPr>
        <p:spPr>
          <a:xfrm>
            <a:off x="2155968" y="1780504"/>
            <a:ext cx="310896" cy="310896"/>
          </a:xfrm>
          <a:prstGeom prst="ellipse">
            <a:avLst/>
          </a:prstGeom>
          <a:solidFill>
            <a:schemeClr val="accent2"/>
          </a:solidFill>
          <a:ln w="1905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25400" dir="5400000">
              <a:srgbClr val="0F172A">
                <a:alpha val="18000"/>
              </a:srgbClr>
            </a:outerShdw>
          </a:effectLst>
        </p:spPr>
      </p:sp>
      <p:sp>
        <p:nvSpPr>
          <p:cNvPr id="6" name="Numero 1"/>
          <p:cNvSpPr txBox="1"/>
          <p:nvPr/>
        </p:nvSpPr>
        <p:spPr>
          <a:xfrm>
            <a:off x="2155968" y="178050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1</a:t>
            </a:r>
            <a:endParaRPr lang="en-US" sz="1300" dirty="0"/>
          </a:p>
        </p:txBody>
      </p:sp>
      <p:sp>
        <p:nvSpPr>
          <p:cNvPr id="7" name="Marcador 2"/>
          <p:cNvSpPr/>
          <p:nvPr/>
        </p:nvSpPr>
        <p:spPr>
          <a:xfrm>
            <a:off x="1846932" y="3338045"/>
            <a:ext cx="310896" cy="310896"/>
          </a:xfrm>
          <a:prstGeom prst="ellipse">
            <a:avLst/>
          </a:prstGeom>
          <a:solidFill>
            <a:schemeClr val="accent2"/>
          </a:solidFill>
          <a:ln w="1905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25400" dir="5400000">
              <a:srgbClr val="0F172A">
                <a:alpha val="18000"/>
              </a:srgbClr>
            </a:outerShdw>
          </a:effectLst>
        </p:spPr>
      </p:sp>
      <p:sp>
        <p:nvSpPr>
          <p:cNvPr id="8" name="Numero 2"/>
          <p:cNvSpPr txBox="1"/>
          <p:nvPr/>
        </p:nvSpPr>
        <p:spPr>
          <a:xfrm>
            <a:off x="1846932" y="3338045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2</a:t>
            </a:r>
            <a:endParaRPr lang="en-US" sz="1300" dirty="0"/>
          </a:p>
        </p:txBody>
      </p:sp>
      <p:sp>
        <p:nvSpPr>
          <p:cNvPr id="9" name="Marcador 3"/>
          <p:cNvSpPr/>
          <p:nvPr/>
        </p:nvSpPr>
        <p:spPr>
          <a:xfrm>
            <a:off x="1970546" y="3514196"/>
            <a:ext cx="310896" cy="310896"/>
          </a:xfrm>
          <a:prstGeom prst="ellipse">
            <a:avLst/>
          </a:prstGeom>
          <a:solidFill>
            <a:schemeClr val="accent2"/>
          </a:solidFill>
          <a:ln w="1905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25400" dir="5400000">
              <a:srgbClr val="0F172A">
                <a:alpha val="18000"/>
              </a:srgbClr>
            </a:outerShdw>
          </a:effectLst>
        </p:spPr>
      </p:sp>
      <p:sp>
        <p:nvSpPr>
          <p:cNvPr id="10" name="Numero 3"/>
          <p:cNvSpPr txBox="1"/>
          <p:nvPr/>
        </p:nvSpPr>
        <p:spPr>
          <a:xfrm>
            <a:off x="1970546" y="351419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3</a:t>
            </a:r>
            <a:endParaRPr lang="en-US" sz="1300" dirty="0"/>
          </a:p>
        </p:txBody>
      </p:sp>
      <p:sp>
        <p:nvSpPr>
          <p:cNvPr id="11" name="Marcador 4"/>
          <p:cNvSpPr/>
          <p:nvPr/>
        </p:nvSpPr>
        <p:spPr>
          <a:xfrm>
            <a:off x="2094161" y="4351683"/>
            <a:ext cx="310896" cy="310896"/>
          </a:xfrm>
          <a:prstGeom prst="ellipse">
            <a:avLst/>
          </a:prstGeom>
          <a:solidFill>
            <a:schemeClr val="accent2"/>
          </a:solidFill>
          <a:ln w="1905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25400" dir="5400000">
              <a:srgbClr val="0F172A">
                <a:alpha val="18000"/>
              </a:srgbClr>
            </a:outerShdw>
          </a:effectLst>
        </p:spPr>
      </p:sp>
      <p:sp>
        <p:nvSpPr>
          <p:cNvPr id="12" name="Numero 4"/>
          <p:cNvSpPr txBox="1"/>
          <p:nvPr/>
        </p:nvSpPr>
        <p:spPr>
          <a:xfrm>
            <a:off x="2094161" y="4351683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4</a:t>
            </a:r>
            <a:endParaRPr lang="en-US" sz="1300" dirty="0"/>
          </a:p>
        </p:txBody>
      </p:sp>
      <p:sp>
        <p:nvSpPr>
          <p:cNvPr id="13" name="Marcador 5"/>
          <p:cNvSpPr/>
          <p:nvPr/>
        </p:nvSpPr>
        <p:spPr>
          <a:xfrm>
            <a:off x="2465004" y="5488936"/>
            <a:ext cx="310896" cy="310896"/>
          </a:xfrm>
          <a:prstGeom prst="ellipse">
            <a:avLst/>
          </a:prstGeom>
          <a:solidFill>
            <a:schemeClr val="accent2"/>
          </a:solidFill>
          <a:ln w="1905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25400" dir="5400000">
              <a:srgbClr val="0F172A">
                <a:alpha val="18000"/>
              </a:srgbClr>
            </a:outerShdw>
          </a:effectLst>
        </p:spPr>
      </p:sp>
      <p:sp>
        <p:nvSpPr>
          <p:cNvPr id="14" name="Numero 5"/>
          <p:cNvSpPr txBox="1"/>
          <p:nvPr/>
        </p:nvSpPr>
        <p:spPr>
          <a:xfrm>
            <a:off x="2465004" y="548893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5</a:t>
            </a:r>
            <a:endParaRPr lang="en-US" sz="1300" dirty="0"/>
          </a:p>
        </p:txBody>
      </p:sp>
      <p:sp>
        <p:nvSpPr>
          <p:cNvPr id="15" name="Marcador 6"/>
          <p:cNvSpPr/>
          <p:nvPr/>
        </p:nvSpPr>
        <p:spPr>
          <a:xfrm>
            <a:off x="3732052" y="5488936"/>
            <a:ext cx="310896" cy="310896"/>
          </a:xfrm>
          <a:prstGeom prst="ellipse">
            <a:avLst/>
          </a:prstGeom>
          <a:solidFill>
            <a:schemeClr val="accent2"/>
          </a:solidFill>
          <a:ln w="1905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25400" dir="5400000">
              <a:srgbClr val="0F172A">
                <a:alpha val="18000"/>
              </a:srgbClr>
            </a:outerShdw>
          </a:effectLst>
        </p:spPr>
      </p:sp>
      <p:sp>
        <p:nvSpPr>
          <p:cNvPr id="16" name="Numero 6"/>
          <p:cNvSpPr txBox="1"/>
          <p:nvPr/>
        </p:nvSpPr>
        <p:spPr>
          <a:xfrm>
            <a:off x="3732052" y="548893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6</a:t>
            </a:r>
            <a:endParaRPr lang="en-US" sz="1300" dirty="0"/>
          </a:p>
        </p:txBody>
      </p:sp>
      <p:sp>
        <p:nvSpPr>
          <p:cNvPr id="17" name="Marcador 1"/>
          <p:cNvSpPr/>
          <p:nvPr/>
        </p:nvSpPr>
        <p:spPr>
          <a:xfrm>
            <a:off x="6449616" y="1252728"/>
            <a:ext cx="329184" cy="329184"/>
          </a:xfrm>
          <a:prstGeom prst="ellipse">
            <a:avLst/>
          </a:prstGeom>
          <a:solidFill>
            <a:schemeClr val="accent2"/>
          </a:solidFill>
          <a:ln w="1905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25400" dir="5400000">
              <a:srgbClr val="0F172A">
                <a:alpha val="18000"/>
              </a:srgbClr>
            </a:outerShdw>
          </a:effectLst>
        </p:spPr>
      </p:sp>
      <p:sp>
        <p:nvSpPr>
          <p:cNvPr id="18" name="Numero 1"/>
          <p:cNvSpPr txBox="1"/>
          <p:nvPr/>
        </p:nvSpPr>
        <p:spPr>
          <a:xfrm>
            <a:off x="6449616" y="125272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1</a:t>
            </a:r>
            <a:endParaRPr lang="en-US" sz="1300" dirty="0"/>
          </a:p>
        </p:txBody>
      </p:sp>
      <p:sp>
        <p:nvSpPr>
          <p:cNvPr id="19" name="Leyenda 1"/>
          <p:cNvSpPr txBox="1"/>
          <p:nvPr/>
        </p:nvSpPr>
        <p:spPr>
          <a:xfrm>
            <a:off x="6888528" y="1234440"/>
            <a:ext cx="484322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Datos generales</a:t>
            </a:r>
            <a:endParaRPr lang="en-US" sz="1400" dirty="0"/>
          </a:p>
          <a:p>
            <a:pPr indent="0" marL="0">
              <a:buNone/>
            </a:pPr>
            <a:r>
              <a:rPr lang="en-US" sz="1200" dirty="0">
                <a:solidFill>
                  <a:schemeClr val="accent5"/>
                </a:solidFill>
              </a:rPr>
              <a:t>Nombre, versión, enlace (URL), descripción, responsable y manual.</a:t>
            </a:r>
            <a:endParaRPr lang="en-US" sz="1400" dirty="0"/>
          </a:p>
        </p:txBody>
      </p:sp>
      <p:sp>
        <p:nvSpPr>
          <p:cNvPr id="20" name="Marcador 2"/>
          <p:cNvSpPr/>
          <p:nvPr/>
        </p:nvSpPr>
        <p:spPr>
          <a:xfrm>
            <a:off x="6449616" y="2075688"/>
            <a:ext cx="329184" cy="329184"/>
          </a:xfrm>
          <a:prstGeom prst="ellipse">
            <a:avLst/>
          </a:prstGeom>
          <a:solidFill>
            <a:schemeClr val="accent2"/>
          </a:solidFill>
          <a:ln w="1905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25400" dir="5400000">
              <a:srgbClr val="0F172A">
                <a:alpha val="18000"/>
              </a:srgbClr>
            </a:outerShdw>
          </a:effectLst>
        </p:spPr>
      </p:sp>
      <p:sp>
        <p:nvSpPr>
          <p:cNvPr id="21" name="Numero 2"/>
          <p:cNvSpPr txBox="1"/>
          <p:nvPr/>
        </p:nvSpPr>
        <p:spPr>
          <a:xfrm>
            <a:off x="6449616" y="207568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2</a:t>
            </a:r>
            <a:endParaRPr lang="en-US" sz="1300" dirty="0"/>
          </a:p>
        </p:txBody>
      </p:sp>
      <p:sp>
        <p:nvSpPr>
          <p:cNvPr id="22" name="Leyenda 2"/>
          <p:cNvSpPr txBox="1"/>
          <p:nvPr/>
        </p:nvSpPr>
        <p:spPr>
          <a:xfrm>
            <a:off x="6888528" y="2057400"/>
            <a:ext cx="484322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Activa</a:t>
            </a:r>
            <a:endParaRPr lang="en-US" sz="1400" dirty="0"/>
          </a:p>
          <a:p>
            <a:pPr indent="0" marL="0">
              <a:buNone/>
            </a:pPr>
            <a:r>
              <a:rPr lang="en-US" sz="1200" dirty="0">
                <a:solidFill>
                  <a:schemeClr val="accent5"/>
                </a:solidFill>
              </a:rPr>
              <a:t>Apágalo para ocultarla del portal sin perder sus datos.</a:t>
            </a:r>
            <a:endParaRPr lang="en-US" sz="1400" dirty="0"/>
          </a:p>
        </p:txBody>
      </p:sp>
      <p:sp>
        <p:nvSpPr>
          <p:cNvPr id="23" name="Marcador 3"/>
          <p:cNvSpPr/>
          <p:nvPr/>
        </p:nvSpPr>
        <p:spPr>
          <a:xfrm>
            <a:off x="6449616" y="2898648"/>
            <a:ext cx="329184" cy="329184"/>
          </a:xfrm>
          <a:prstGeom prst="ellipse">
            <a:avLst/>
          </a:prstGeom>
          <a:solidFill>
            <a:schemeClr val="accent2"/>
          </a:solidFill>
          <a:ln w="1905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25400" dir="5400000">
              <a:srgbClr val="0F172A">
                <a:alpha val="18000"/>
              </a:srgbClr>
            </a:outerShdw>
          </a:effectLst>
        </p:spPr>
      </p:sp>
      <p:sp>
        <p:nvSpPr>
          <p:cNvPr id="24" name="Numero 3"/>
          <p:cNvSpPr txBox="1"/>
          <p:nvPr/>
        </p:nvSpPr>
        <p:spPr>
          <a:xfrm>
            <a:off x="6449616" y="289864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3</a:t>
            </a:r>
            <a:endParaRPr lang="en-US" sz="1300" dirty="0"/>
          </a:p>
        </p:txBody>
      </p:sp>
      <p:sp>
        <p:nvSpPr>
          <p:cNvPr id="25" name="Leyenda 3"/>
          <p:cNvSpPr txBox="1"/>
          <p:nvPr/>
        </p:nvSpPr>
        <p:spPr>
          <a:xfrm>
            <a:off x="6888528" y="2880360"/>
            <a:ext cx="484322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Imágenes</a:t>
            </a:r>
            <a:endParaRPr lang="en-US" sz="1400" dirty="0"/>
          </a:p>
          <a:p>
            <a:pPr indent="0" marL="0">
              <a:buNone/>
            </a:pPr>
            <a:r>
              <a:rPr lang="en-US" sz="1200" dirty="0">
                <a:solidFill>
                  <a:schemeClr val="accent5"/>
                </a:solidFill>
              </a:rPr>
              <a:t>Logo (PNG, JPG, GIF, WEBP o SVG, máx. 2 MB) e imágenes del carrusel (hasta 10).</a:t>
            </a:r>
            <a:endParaRPr lang="en-US" sz="1400" dirty="0"/>
          </a:p>
        </p:txBody>
      </p:sp>
      <p:sp>
        <p:nvSpPr>
          <p:cNvPr id="26" name="Marcador 4"/>
          <p:cNvSpPr/>
          <p:nvPr/>
        </p:nvSpPr>
        <p:spPr>
          <a:xfrm>
            <a:off x="6449616" y="3721608"/>
            <a:ext cx="329184" cy="329184"/>
          </a:xfrm>
          <a:prstGeom prst="ellipse">
            <a:avLst/>
          </a:prstGeom>
          <a:solidFill>
            <a:schemeClr val="accent2"/>
          </a:solidFill>
          <a:ln w="1905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25400" dir="5400000">
              <a:srgbClr val="0F172A">
                <a:alpha val="18000"/>
              </a:srgbClr>
            </a:outerShdw>
          </a:effectLst>
        </p:spPr>
      </p:sp>
      <p:sp>
        <p:nvSpPr>
          <p:cNvPr id="27" name="Numero 4"/>
          <p:cNvSpPr txBox="1"/>
          <p:nvPr/>
        </p:nvSpPr>
        <p:spPr>
          <a:xfrm>
            <a:off x="6449616" y="372160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4</a:t>
            </a:r>
            <a:endParaRPr lang="en-US" sz="1300" dirty="0"/>
          </a:p>
        </p:txBody>
      </p:sp>
      <p:sp>
        <p:nvSpPr>
          <p:cNvPr id="28" name="Leyenda 4"/>
          <p:cNvSpPr txBox="1"/>
          <p:nvPr/>
        </p:nvSpPr>
        <p:spPr>
          <a:xfrm>
            <a:off x="6888528" y="3703320"/>
            <a:ext cx="484322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Clasificación</a:t>
            </a:r>
            <a:endParaRPr lang="en-US" sz="1400" dirty="0"/>
          </a:p>
          <a:p>
            <a:pPr indent="0" marL="0">
              <a:buNone/>
            </a:pPr>
            <a:r>
              <a:rPr lang="en-US" sz="1200" dirty="0">
                <a:solidFill>
                  <a:schemeClr val="accent5"/>
                </a:solidFill>
              </a:rPr>
              <a:t>Al menos una categoría y un edificio; grupos opcionales.</a:t>
            </a:r>
            <a:endParaRPr lang="en-US" sz="1400" dirty="0"/>
          </a:p>
        </p:txBody>
      </p:sp>
      <p:sp>
        <p:nvSpPr>
          <p:cNvPr id="29" name="Marcador 5"/>
          <p:cNvSpPr/>
          <p:nvPr/>
        </p:nvSpPr>
        <p:spPr>
          <a:xfrm>
            <a:off x="6449616" y="4544568"/>
            <a:ext cx="329184" cy="329184"/>
          </a:xfrm>
          <a:prstGeom prst="ellipse">
            <a:avLst/>
          </a:prstGeom>
          <a:solidFill>
            <a:schemeClr val="accent2"/>
          </a:solidFill>
          <a:ln w="1905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25400" dir="5400000">
              <a:srgbClr val="0F172A">
                <a:alpha val="18000"/>
              </a:srgbClr>
            </a:outerShdw>
          </a:effectLst>
        </p:spPr>
      </p:sp>
      <p:sp>
        <p:nvSpPr>
          <p:cNvPr id="30" name="Numero 5"/>
          <p:cNvSpPr txBox="1"/>
          <p:nvPr/>
        </p:nvSpPr>
        <p:spPr>
          <a:xfrm>
            <a:off x="6449616" y="454456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5</a:t>
            </a:r>
            <a:endParaRPr lang="en-US" sz="1300" dirty="0"/>
          </a:p>
        </p:txBody>
      </p:sp>
      <p:sp>
        <p:nvSpPr>
          <p:cNvPr id="31" name="Leyenda 5"/>
          <p:cNvSpPr txBox="1"/>
          <p:nvPr/>
        </p:nvSpPr>
        <p:spPr>
          <a:xfrm>
            <a:off x="6888528" y="4526280"/>
            <a:ext cx="484322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Guardar / Cancelar</a:t>
            </a:r>
            <a:endParaRPr lang="en-US" sz="1400" dirty="0"/>
          </a:p>
          <a:p>
            <a:pPr indent="0" marL="0">
              <a:buNone/>
            </a:pPr>
            <a:r>
              <a:rPr lang="en-US" sz="1200" dirty="0">
                <a:solidFill>
                  <a:schemeClr val="accent5"/>
                </a:solidFill>
              </a:rPr>
              <a:t>Solo los campos con * son obligatorios.</a:t>
            </a:r>
            <a:endParaRPr lang="en-US" sz="1400" dirty="0"/>
          </a:p>
        </p:txBody>
      </p:sp>
      <p:sp>
        <p:nvSpPr>
          <p:cNvPr id="32" name="Marcador 6"/>
          <p:cNvSpPr/>
          <p:nvPr/>
        </p:nvSpPr>
        <p:spPr>
          <a:xfrm>
            <a:off x="6449616" y="5367528"/>
            <a:ext cx="329184" cy="329184"/>
          </a:xfrm>
          <a:prstGeom prst="ellipse">
            <a:avLst/>
          </a:prstGeom>
          <a:solidFill>
            <a:schemeClr val="accent2"/>
          </a:solidFill>
          <a:ln w="1905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25400" dir="5400000">
              <a:srgbClr val="0F172A">
                <a:alpha val="18000"/>
              </a:srgbClr>
            </a:outerShdw>
          </a:effectLst>
        </p:spPr>
      </p:sp>
      <p:sp>
        <p:nvSpPr>
          <p:cNvPr id="33" name="Numero 6"/>
          <p:cNvSpPr txBox="1"/>
          <p:nvPr/>
        </p:nvSpPr>
        <p:spPr>
          <a:xfrm>
            <a:off x="6449616" y="536752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6</a:t>
            </a:r>
            <a:endParaRPr lang="en-US" sz="1300" dirty="0"/>
          </a:p>
        </p:txBody>
      </p:sp>
      <p:sp>
        <p:nvSpPr>
          <p:cNvPr id="34" name="Leyenda 6"/>
          <p:cNvSpPr txBox="1"/>
          <p:nvPr/>
        </p:nvSpPr>
        <p:spPr>
          <a:xfrm>
            <a:off x="6888528" y="5349240"/>
            <a:ext cx="484322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Programar mantenimiento</a:t>
            </a:r>
            <a:endParaRPr lang="en-US" sz="1400" dirty="0"/>
          </a:p>
          <a:p>
            <a:pPr indent="0" marL="0">
              <a:buNone/>
            </a:pPr>
            <a:r>
              <a:rPr lang="en-US" sz="1200" dirty="0">
                <a:solidFill>
                  <a:schemeClr val="accent5"/>
                </a:solidFill>
              </a:rPr>
              <a:t>Atajo para bloquear esta aplicación en un horario.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4552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4748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2"/>
                </a:solidFill>
              </a:rPr>
              <a:t>Categorías y grupos</a:t>
            </a:r>
            <a:endParaRPr lang="en-US" sz="3600" dirty="0"/>
          </a:p>
        </p:txBody>
      </p:sp>
      <p:sp>
        <p:nvSpPr>
          <p:cNvPr id="3" name="Marco 11-categorias"/>
          <p:cNvSpPr/>
          <p:nvPr/>
        </p:nvSpPr>
        <p:spPr>
          <a:xfrm>
            <a:off x="420624" y="1197864"/>
            <a:ext cx="5559552" cy="3349752"/>
          </a:xfrm>
          <a:prstGeom prst="roundRect">
            <a:avLst>
              <a:gd name="adj" fmla="val 2184"/>
            </a:avLst>
          </a:prstGeom>
          <a:solidFill>
            <a:schemeClr val="bg2"/>
          </a:solidFill>
          <a:ln w="9525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25400" dir="5400000">
              <a:srgbClr val="0F172A">
                <a:alpha val="18000"/>
              </a:srgbClr>
            </a:outerShdw>
          </a:effectLst>
        </p:spPr>
      </p:sp>
      <p:pic>
        <p:nvPicPr>
          <p:cNvPr id="4" name="Captura 11-categorias" descr="Captura: categorias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234440"/>
            <a:ext cx="5486400" cy="3276600"/>
          </a:xfrm>
          <a:prstGeom prst="rect">
            <a:avLst/>
          </a:prstGeom>
        </p:spPr>
      </p:pic>
      <p:sp>
        <p:nvSpPr>
          <p:cNvPr id="5" name="Marco 12-grupos"/>
          <p:cNvSpPr/>
          <p:nvPr/>
        </p:nvSpPr>
        <p:spPr>
          <a:xfrm>
            <a:off x="6208776" y="1197864"/>
            <a:ext cx="5559552" cy="3349752"/>
          </a:xfrm>
          <a:prstGeom prst="roundRect">
            <a:avLst>
              <a:gd name="adj" fmla="val 2184"/>
            </a:avLst>
          </a:prstGeom>
          <a:solidFill>
            <a:schemeClr val="bg2"/>
          </a:solidFill>
          <a:ln w="9525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25400" dir="5400000">
              <a:srgbClr val="0F172A">
                <a:alpha val="18000"/>
              </a:srgbClr>
            </a:outerShdw>
          </a:effectLst>
        </p:spPr>
      </p:sp>
      <p:pic>
        <p:nvPicPr>
          <p:cNvPr id="6" name="Captura 12-grupos" descr="Captura: grupos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45352" y="1234440"/>
            <a:ext cx="5486400" cy="3276600"/>
          </a:xfrm>
          <a:prstGeom prst="rect">
            <a:avLst/>
          </a:prstGeom>
        </p:spPr>
      </p:pic>
      <p:sp>
        <p:nvSpPr>
          <p:cNvPr id="7" name="Texto Categorías"/>
          <p:cNvSpPr txBox="1"/>
          <p:nvPr/>
        </p:nvSpPr>
        <p:spPr>
          <a:xfrm>
            <a:off x="457200" y="4709160"/>
            <a:ext cx="54864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800" b="1" dirty="0">
                <a:solidFill>
                  <a:schemeClr val="tx2"/>
                </a:solidFill>
              </a:rPr>
              <a:t>Categorías</a:t>
            </a:r>
            <a:endParaRPr lang="en-US" sz="18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Forman las secciones del portal.</a:t>
            </a:r>
            <a:endParaRPr lang="en-US" sz="18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Cada una tiene nombre y color propio.</a:t>
            </a:r>
            <a:endParaRPr lang="en-US" sz="18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Toda aplicación necesita al menos una.</a:t>
            </a:r>
            <a:endParaRPr lang="en-US" sz="1800" dirty="0"/>
          </a:p>
        </p:txBody>
      </p:sp>
      <p:sp>
        <p:nvSpPr>
          <p:cNvPr id="8" name="Texto Grupos"/>
          <p:cNvSpPr txBox="1"/>
          <p:nvPr/>
        </p:nvSpPr>
        <p:spPr>
          <a:xfrm>
            <a:off x="6245352" y="4709160"/>
            <a:ext cx="54864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800" b="1" dirty="0">
                <a:solidFill>
                  <a:schemeClr val="tx2"/>
                </a:solidFill>
              </a:rPr>
              <a:t>Grupos</a:t>
            </a:r>
            <a:endParaRPr lang="en-US" sz="18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Agrupan aplicaciones con otro criterio (área, proyecto).</a:t>
            </a:r>
            <a:endParaRPr lang="en-US" sz="18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Son opcionales y aparecen como filtro.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4552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4748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2"/>
                </a:solidFill>
              </a:rPr>
              <a:t>Sitios y edificios</a:t>
            </a:r>
            <a:endParaRPr lang="en-US" sz="3600" dirty="0"/>
          </a:p>
        </p:txBody>
      </p:sp>
      <p:sp>
        <p:nvSpPr>
          <p:cNvPr id="3" name="Marco 13-sitios"/>
          <p:cNvSpPr/>
          <p:nvPr/>
        </p:nvSpPr>
        <p:spPr>
          <a:xfrm>
            <a:off x="420624" y="1197864"/>
            <a:ext cx="5559552" cy="3349752"/>
          </a:xfrm>
          <a:prstGeom prst="roundRect">
            <a:avLst>
              <a:gd name="adj" fmla="val 2184"/>
            </a:avLst>
          </a:prstGeom>
          <a:solidFill>
            <a:schemeClr val="bg2"/>
          </a:solidFill>
          <a:ln w="9525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25400" dir="5400000">
              <a:srgbClr val="0F172A">
                <a:alpha val="18000"/>
              </a:srgbClr>
            </a:outerShdw>
          </a:effectLst>
        </p:spPr>
      </p:sp>
      <p:pic>
        <p:nvPicPr>
          <p:cNvPr id="4" name="Captura 13-sitios" descr="Captura: sitios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234440"/>
            <a:ext cx="5486400" cy="3276600"/>
          </a:xfrm>
          <a:prstGeom prst="rect">
            <a:avLst/>
          </a:prstGeom>
        </p:spPr>
      </p:pic>
      <p:sp>
        <p:nvSpPr>
          <p:cNvPr id="5" name="Marco 14-edificios"/>
          <p:cNvSpPr/>
          <p:nvPr/>
        </p:nvSpPr>
        <p:spPr>
          <a:xfrm>
            <a:off x="6208776" y="1197864"/>
            <a:ext cx="5559552" cy="3349752"/>
          </a:xfrm>
          <a:prstGeom prst="roundRect">
            <a:avLst>
              <a:gd name="adj" fmla="val 2184"/>
            </a:avLst>
          </a:prstGeom>
          <a:solidFill>
            <a:schemeClr val="bg2"/>
          </a:solidFill>
          <a:ln w="9525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25400" dir="5400000">
              <a:srgbClr val="0F172A">
                <a:alpha val="18000"/>
              </a:srgbClr>
            </a:outerShdw>
          </a:effectLst>
        </p:spPr>
      </p:sp>
      <p:pic>
        <p:nvPicPr>
          <p:cNvPr id="6" name="Captura 14-edificios" descr="Captura: edificios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45352" y="1234440"/>
            <a:ext cx="5486400" cy="3276600"/>
          </a:xfrm>
          <a:prstGeom prst="rect">
            <a:avLst/>
          </a:prstGeom>
        </p:spPr>
      </p:pic>
      <p:sp>
        <p:nvSpPr>
          <p:cNvPr id="7" name="Texto Sitios"/>
          <p:cNvSpPr txBox="1"/>
          <p:nvPr/>
        </p:nvSpPr>
        <p:spPr>
          <a:xfrm>
            <a:off x="457200" y="4709160"/>
            <a:ext cx="54864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800" b="1" dirty="0">
                <a:solidFill>
                  <a:schemeClr val="tx2"/>
                </a:solidFill>
              </a:rPr>
              <a:t>Sitios</a:t>
            </a:r>
            <a:endParaRPr lang="en-US" sz="18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Ubicaciones o plantas, con nombre y dirección.</a:t>
            </a:r>
            <a:endParaRPr lang="en-US" sz="1800" dirty="0"/>
          </a:p>
        </p:txBody>
      </p:sp>
      <p:sp>
        <p:nvSpPr>
          <p:cNvPr id="8" name="Texto Edificios"/>
          <p:cNvSpPr txBox="1"/>
          <p:nvPr/>
        </p:nvSpPr>
        <p:spPr>
          <a:xfrm>
            <a:off x="6245352" y="4709160"/>
            <a:ext cx="54864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800" b="1" dirty="0">
                <a:solidFill>
                  <a:schemeClr val="tx2"/>
                </a:solidFill>
              </a:rPr>
              <a:t>Edificios</a:t>
            </a:r>
            <a:endParaRPr lang="en-US" sz="18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Pertenecen a un sitio.</a:t>
            </a:r>
            <a:endParaRPr lang="en-US" sz="18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Cada aplicación indica en qué edificios está disponible.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4552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4748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2"/>
                </a:solidFill>
              </a:rPr>
              <a:t>Publicar un aviso</a:t>
            </a:r>
            <a:endParaRPr lang="en-US" sz="3600" dirty="0"/>
          </a:p>
        </p:txBody>
      </p:sp>
      <p:sp>
        <p:nvSpPr>
          <p:cNvPr id="3" name="Marco 16-aviso-nuevo"/>
          <p:cNvSpPr/>
          <p:nvPr/>
        </p:nvSpPr>
        <p:spPr>
          <a:xfrm>
            <a:off x="420624" y="1197864"/>
            <a:ext cx="7662672" cy="4605782"/>
          </a:xfrm>
          <a:prstGeom prst="roundRect">
            <a:avLst>
              <a:gd name="adj" fmla="val 1588"/>
            </a:avLst>
          </a:prstGeom>
          <a:solidFill>
            <a:schemeClr val="bg2"/>
          </a:solidFill>
          <a:ln w="9525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25400" dir="5400000">
              <a:srgbClr val="0F172A">
                <a:alpha val="18000"/>
              </a:srgbClr>
            </a:outerShdw>
          </a:effectLst>
        </p:spPr>
      </p:sp>
      <p:pic>
        <p:nvPicPr>
          <p:cNvPr id="4" name="Captura 16-aviso-nuevo" descr="Captura: aviso nuevo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234440"/>
            <a:ext cx="7589520" cy="4532630"/>
          </a:xfrm>
          <a:prstGeom prst="rect">
            <a:avLst/>
          </a:prstGeom>
        </p:spPr>
      </p:pic>
      <p:sp>
        <p:nvSpPr>
          <p:cNvPr id="5" name="Marcador 1"/>
          <p:cNvSpPr/>
          <p:nvPr/>
        </p:nvSpPr>
        <p:spPr>
          <a:xfrm>
            <a:off x="5993892" y="2230069"/>
            <a:ext cx="310896" cy="310896"/>
          </a:xfrm>
          <a:prstGeom prst="ellipse">
            <a:avLst/>
          </a:prstGeom>
          <a:solidFill>
            <a:schemeClr val="accent2"/>
          </a:solidFill>
          <a:ln w="1905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25400" dir="5400000">
              <a:srgbClr val="0F172A">
                <a:alpha val="18000"/>
              </a:srgbClr>
            </a:outerShdw>
          </a:effectLst>
        </p:spPr>
      </p:sp>
      <p:sp>
        <p:nvSpPr>
          <p:cNvPr id="6" name="Numero 1"/>
          <p:cNvSpPr txBox="1"/>
          <p:nvPr/>
        </p:nvSpPr>
        <p:spPr>
          <a:xfrm>
            <a:off x="5993892" y="2230069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1</a:t>
            </a:r>
            <a:endParaRPr lang="en-US" sz="1300" dirty="0"/>
          </a:p>
        </p:txBody>
      </p:sp>
      <p:sp>
        <p:nvSpPr>
          <p:cNvPr id="7" name="Marcador 2"/>
          <p:cNvSpPr/>
          <p:nvPr/>
        </p:nvSpPr>
        <p:spPr>
          <a:xfrm>
            <a:off x="3506216" y="3317900"/>
            <a:ext cx="310896" cy="310896"/>
          </a:xfrm>
          <a:prstGeom prst="ellipse">
            <a:avLst/>
          </a:prstGeom>
          <a:solidFill>
            <a:schemeClr val="accent2"/>
          </a:solidFill>
          <a:ln w="1905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25400" dir="5400000">
              <a:srgbClr val="0F172A">
                <a:alpha val="18000"/>
              </a:srgbClr>
            </a:outerShdw>
          </a:effectLst>
        </p:spPr>
      </p:sp>
      <p:sp>
        <p:nvSpPr>
          <p:cNvPr id="8" name="Numero 2"/>
          <p:cNvSpPr txBox="1"/>
          <p:nvPr/>
        </p:nvSpPr>
        <p:spPr>
          <a:xfrm>
            <a:off x="3506216" y="331790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2</a:t>
            </a:r>
            <a:endParaRPr lang="en-US" sz="1300" dirty="0"/>
          </a:p>
        </p:txBody>
      </p:sp>
      <p:sp>
        <p:nvSpPr>
          <p:cNvPr id="9" name="Marcador 3"/>
          <p:cNvSpPr/>
          <p:nvPr/>
        </p:nvSpPr>
        <p:spPr>
          <a:xfrm>
            <a:off x="5951728" y="3317900"/>
            <a:ext cx="310896" cy="310896"/>
          </a:xfrm>
          <a:prstGeom prst="ellipse">
            <a:avLst/>
          </a:prstGeom>
          <a:solidFill>
            <a:schemeClr val="accent2"/>
          </a:solidFill>
          <a:ln w="1905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25400" dir="5400000">
              <a:srgbClr val="0F172A">
                <a:alpha val="18000"/>
              </a:srgbClr>
            </a:outerShdw>
          </a:effectLst>
        </p:spPr>
      </p:sp>
      <p:sp>
        <p:nvSpPr>
          <p:cNvPr id="10" name="Numero 3"/>
          <p:cNvSpPr txBox="1"/>
          <p:nvPr/>
        </p:nvSpPr>
        <p:spPr>
          <a:xfrm>
            <a:off x="5951728" y="331790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3</a:t>
            </a:r>
            <a:endParaRPr lang="en-US" sz="1300" dirty="0"/>
          </a:p>
        </p:txBody>
      </p:sp>
      <p:sp>
        <p:nvSpPr>
          <p:cNvPr id="11" name="Marcador 4"/>
          <p:cNvSpPr/>
          <p:nvPr/>
        </p:nvSpPr>
        <p:spPr>
          <a:xfrm>
            <a:off x="2494280" y="3676294"/>
            <a:ext cx="310896" cy="310896"/>
          </a:xfrm>
          <a:prstGeom prst="ellipse">
            <a:avLst/>
          </a:prstGeom>
          <a:solidFill>
            <a:schemeClr val="accent2"/>
          </a:solidFill>
          <a:ln w="1905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25400" dir="5400000">
              <a:srgbClr val="0F172A">
                <a:alpha val="18000"/>
              </a:srgbClr>
            </a:outerShdw>
          </a:effectLst>
        </p:spPr>
      </p:sp>
      <p:sp>
        <p:nvSpPr>
          <p:cNvPr id="12" name="Numero 4"/>
          <p:cNvSpPr txBox="1"/>
          <p:nvPr/>
        </p:nvSpPr>
        <p:spPr>
          <a:xfrm>
            <a:off x="2494280" y="367629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4</a:t>
            </a:r>
            <a:endParaRPr lang="en-US" sz="1300" dirty="0"/>
          </a:p>
        </p:txBody>
      </p:sp>
      <p:sp>
        <p:nvSpPr>
          <p:cNvPr id="13" name="Marcador 5"/>
          <p:cNvSpPr/>
          <p:nvPr/>
        </p:nvSpPr>
        <p:spPr>
          <a:xfrm>
            <a:off x="3337560" y="3878682"/>
            <a:ext cx="310896" cy="310896"/>
          </a:xfrm>
          <a:prstGeom prst="ellipse">
            <a:avLst/>
          </a:prstGeom>
          <a:solidFill>
            <a:schemeClr val="accent2"/>
          </a:solidFill>
          <a:ln w="1905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25400" dir="5400000">
              <a:srgbClr val="0F172A">
                <a:alpha val="18000"/>
              </a:srgbClr>
            </a:outerShdw>
          </a:effectLst>
        </p:spPr>
      </p:sp>
      <p:sp>
        <p:nvSpPr>
          <p:cNvPr id="14" name="Numero 5"/>
          <p:cNvSpPr txBox="1"/>
          <p:nvPr/>
        </p:nvSpPr>
        <p:spPr>
          <a:xfrm>
            <a:off x="3337560" y="387868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5</a:t>
            </a:r>
            <a:endParaRPr lang="en-US" sz="1300" dirty="0"/>
          </a:p>
        </p:txBody>
      </p:sp>
      <p:sp>
        <p:nvSpPr>
          <p:cNvPr id="15" name="Marcador 1"/>
          <p:cNvSpPr/>
          <p:nvPr/>
        </p:nvSpPr>
        <p:spPr>
          <a:xfrm>
            <a:off x="8476488" y="1252728"/>
            <a:ext cx="329184" cy="329184"/>
          </a:xfrm>
          <a:prstGeom prst="ellipse">
            <a:avLst/>
          </a:prstGeom>
          <a:solidFill>
            <a:schemeClr val="accent2"/>
          </a:solidFill>
          <a:ln w="1905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25400" dir="5400000">
              <a:srgbClr val="0F172A">
                <a:alpha val="18000"/>
              </a:srgbClr>
            </a:outerShdw>
          </a:effectLst>
        </p:spPr>
      </p:sp>
      <p:sp>
        <p:nvSpPr>
          <p:cNvPr id="16" name="Numero 1"/>
          <p:cNvSpPr txBox="1"/>
          <p:nvPr/>
        </p:nvSpPr>
        <p:spPr>
          <a:xfrm>
            <a:off x="8476488" y="125272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1</a:t>
            </a:r>
            <a:endParaRPr lang="en-US" sz="1300" dirty="0"/>
          </a:p>
        </p:txBody>
      </p:sp>
      <p:sp>
        <p:nvSpPr>
          <p:cNvPr id="17" name="Leyenda 1"/>
          <p:cNvSpPr txBox="1"/>
          <p:nvPr/>
        </p:nvSpPr>
        <p:spPr>
          <a:xfrm>
            <a:off x="8915400" y="1234440"/>
            <a:ext cx="281635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Título y contenido</a:t>
            </a:r>
            <a:endParaRPr lang="en-US" sz="1400" dirty="0"/>
          </a:p>
          <a:p>
            <a:pPr indent="0" marL="0">
              <a:buNone/>
            </a:pPr>
            <a:r>
              <a:rPr lang="en-US" sz="1200" dirty="0">
                <a:solidFill>
                  <a:schemeClr val="accent5"/>
                </a:solidFill>
              </a:rPr>
              <a:t>El texto que se mostrará en la franja amarilla del portal.</a:t>
            </a:r>
            <a:endParaRPr lang="en-US" sz="1400" dirty="0"/>
          </a:p>
        </p:txBody>
      </p:sp>
      <p:sp>
        <p:nvSpPr>
          <p:cNvPr id="18" name="Marcador 2"/>
          <p:cNvSpPr/>
          <p:nvPr/>
        </p:nvSpPr>
        <p:spPr>
          <a:xfrm>
            <a:off x="8476488" y="2121408"/>
            <a:ext cx="329184" cy="329184"/>
          </a:xfrm>
          <a:prstGeom prst="ellipse">
            <a:avLst/>
          </a:prstGeom>
          <a:solidFill>
            <a:schemeClr val="accent2"/>
          </a:solidFill>
          <a:ln w="1905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25400" dir="5400000">
              <a:srgbClr val="0F172A">
                <a:alpha val="18000"/>
              </a:srgbClr>
            </a:outerShdw>
          </a:effectLst>
        </p:spPr>
      </p:sp>
      <p:sp>
        <p:nvSpPr>
          <p:cNvPr id="19" name="Numero 2"/>
          <p:cNvSpPr txBox="1"/>
          <p:nvPr/>
        </p:nvSpPr>
        <p:spPr>
          <a:xfrm>
            <a:off x="8476488" y="212140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2</a:t>
            </a:r>
            <a:endParaRPr lang="en-US" sz="1300" dirty="0"/>
          </a:p>
        </p:txBody>
      </p:sp>
      <p:sp>
        <p:nvSpPr>
          <p:cNvPr id="20" name="Leyenda 2"/>
          <p:cNvSpPr txBox="1"/>
          <p:nvPr/>
        </p:nvSpPr>
        <p:spPr>
          <a:xfrm>
            <a:off x="8915400" y="2103120"/>
            <a:ext cx="281635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Inicio</a:t>
            </a:r>
            <a:endParaRPr lang="en-US" sz="1400" dirty="0"/>
          </a:p>
          <a:p>
            <a:pPr indent="0" marL="0">
              <a:buNone/>
            </a:pPr>
            <a:r>
              <a:rPr lang="en-US" sz="1200" dirty="0">
                <a:solidFill>
                  <a:schemeClr val="accent5"/>
                </a:solidFill>
              </a:rPr>
              <a:t>Desde cuándo se muestra.</a:t>
            </a:r>
            <a:endParaRPr lang="en-US" sz="1400" dirty="0"/>
          </a:p>
        </p:txBody>
      </p:sp>
      <p:sp>
        <p:nvSpPr>
          <p:cNvPr id="21" name="Marcador 3"/>
          <p:cNvSpPr/>
          <p:nvPr/>
        </p:nvSpPr>
        <p:spPr>
          <a:xfrm>
            <a:off x="8476488" y="2990088"/>
            <a:ext cx="329184" cy="329184"/>
          </a:xfrm>
          <a:prstGeom prst="ellipse">
            <a:avLst/>
          </a:prstGeom>
          <a:solidFill>
            <a:schemeClr val="accent2"/>
          </a:solidFill>
          <a:ln w="1905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25400" dir="5400000">
              <a:srgbClr val="0F172A">
                <a:alpha val="18000"/>
              </a:srgbClr>
            </a:outerShdw>
          </a:effectLst>
        </p:spPr>
      </p:sp>
      <p:sp>
        <p:nvSpPr>
          <p:cNvPr id="22" name="Numero 3"/>
          <p:cNvSpPr txBox="1"/>
          <p:nvPr/>
        </p:nvSpPr>
        <p:spPr>
          <a:xfrm>
            <a:off x="8476488" y="299008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3</a:t>
            </a:r>
            <a:endParaRPr lang="en-US" sz="1300" dirty="0"/>
          </a:p>
        </p:txBody>
      </p:sp>
      <p:sp>
        <p:nvSpPr>
          <p:cNvPr id="23" name="Leyenda 3"/>
          <p:cNvSpPr txBox="1"/>
          <p:nvPr/>
        </p:nvSpPr>
        <p:spPr>
          <a:xfrm>
            <a:off x="8915400" y="2971800"/>
            <a:ext cx="281635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Fin (opcional)</a:t>
            </a:r>
            <a:endParaRPr lang="en-US" sz="1400" dirty="0"/>
          </a:p>
          <a:p>
            <a:pPr indent="0" marL="0">
              <a:buNone/>
            </a:pPr>
            <a:r>
              <a:rPr lang="en-US" sz="1200" dirty="0">
                <a:solidFill>
                  <a:schemeClr val="accent5"/>
                </a:solidFill>
              </a:rPr>
              <a:t>Sin fecha de fin sigue vigente hasta que lo desactives.</a:t>
            </a:r>
            <a:endParaRPr lang="en-US" sz="1400" dirty="0"/>
          </a:p>
        </p:txBody>
      </p:sp>
      <p:sp>
        <p:nvSpPr>
          <p:cNvPr id="24" name="Marcador 4"/>
          <p:cNvSpPr/>
          <p:nvPr/>
        </p:nvSpPr>
        <p:spPr>
          <a:xfrm>
            <a:off x="8476488" y="3858768"/>
            <a:ext cx="329184" cy="329184"/>
          </a:xfrm>
          <a:prstGeom prst="ellipse">
            <a:avLst/>
          </a:prstGeom>
          <a:solidFill>
            <a:schemeClr val="accent2"/>
          </a:solidFill>
          <a:ln w="1905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25400" dir="5400000">
              <a:srgbClr val="0F172A">
                <a:alpha val="18000"/>
              </a:srgbClr>
            </a:outerShdw>
          </a:effectLst>
        </p:spPr>
      </p:sp>
      <p:sp>
        <p:nvSpPr>
          <p:cNvPr id="25" name="Numero 4"/>
          <p:cNvSpPr txBox="1"/>
          <p:nvPr/>
        </p:nvSpPr>
        <p:spPr>
          <a:xfrm>
            <a:off x="8476488" y="385876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4</a:t>
            </a:r>
            <a:endParaRPr lang="en-US" sz="1300" dirty="0"/>
          </a:p>
        </p:txBody>
      </p:sp>
      <p:sp>
        <p:nvSpPr>
          <p:cNvPr id="26" name="Leyenda 4"/>
          <p:cNvSpPr txBox="1"/>
          <p:nvPr/>
        </p:nvSpPr>
        <p:spPr>
          <a:xfrm>
            <a:off x="8915400" y="3840480"/>
            <a:ext cx="281635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Activo</a:t>
            </a:r>
            <a:endParaRPr lang="en-US" sz="1400" dirty="0"/>
          </a:p>
          <a:p>
            <a:pPr indent="0" marL="0">
              <a:buNone/>
            </a:pPr>
            <a:r>
              <a:rPr lang="en-US" sz="1200" dirty="0">
                <a:solidFill>
                  <a:schemeClr val="accent5"/>
                </a:solidFill>
              </a:rPr>
              <a:t>Apágalo para retirarlo de inmediato.</a:t>
            </a:r>
            <a:endParaRPr lang="en-US" sz="1400" dirty="0"/>
          </a:p>
        </p:txBody>
      </p:sp>
      <p:sp>
        <p:nvSpPr>
          <p:cNvPr id="27" name="Marcador 5"/>
          <p:cNvSpPr/>
          <p:nvPr/>
        </p:nvSpPr>
        <p:spPr>
          <a:xfrm>
            <a:off x="8476488" y="4727448"/>
            <a:ext cx="329184" cy="329184"/>
          </a:xfrm>
          <a:prstGeom prst="ellipse">
            <a:avLst/>
          </a:prstGeom>
          <a:solidFill>
            <a:schemeClr val="accent2"/>
          </a:solidFill>
          <a:ln w="1905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25400" dir="5400000">
              <a:srgbClr val="0F172A">
                <a:alpha val="18000"/>
              </a:srgbClr>
            </a:outerShdw>
          </a:effectLst>
        </p:spPr>
      </p:sp>
      <p:sp>
        <p:nvSpPr>
          <p:cNvPr id="28" name="Numero 5"/>
          <p:cNvSpPr txBox="1"/>
          <p:nvPr/>
        </p:nvSpPr>
        <p:spPr>
          <a:xfrm>
            <a:off x="8476488" y="472744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5</a:t>
            </a:r>
            <a:endParaRPr lang="en-US" sz="1300" dirty="0"/>
          </a:p>
        </p:txBody>
      </p:sp>
      <p:sp>
        <p:nvSpPr>
          <p:cNvPr id="29" name="Leyenda 5"/>
          <p:cNvSpPr txBox="1"/>
          <p:nvPr/>
        </p:nvSpPr>
        <p:spPr>
          <a:xfrm>
            <a:off x="8915400" y="4709160"/>
            <a:ext cx="281635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Zona horaria</a:t>
            </a:r>
            <a:endParaRPr lang="en-US" sz="1400" dirty="0"/>
          </a:p>
          <a:p>
            <a:pPr indent="0" marL="0">
              <a:buNone/>
            </a:pPr>
            <a:r>
              <a:rPr lang="en-US" sz="1200" dirty="0">
                <a:solidFill>
                  <a:schemeClr val="accent5"/>
                </a:solidFill>
              </a:rPr>
              <a:t>Las fechas usan la zona definida en Configuración.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4552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4748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2"/>
                </a:solidFill>
              </a:rPr>
              <a:t>Programar un mantenimiento</a:t>
            </a:r>
            <a:endParaRPr lang="en-US" sz="3600" dirty="0"/>
          </a:p>
        </p:txBody>
      </p:sp>
      <p:sp>
        <p:nvSpPr>
          <p:cNvPr id="3" name="Marco 18-mantenimiento-nuevo"/>
          <p:cNvSpPr/>
          <p:nvPr/>
        </p:nvSpPr>
        <p:spPr>
          <a:xfrm>
            <a:off x="420624" y="1197864"/>
            <a:ext cx="7662672" cy="4605782"/>
          </a:xfrm>
          <a:prstGeom prst="roundRect">
            <a:avLst>
              <a:gd name="adj" fmla="val 1588"/>
            </a:avLst>
          </a:prstGeom>
          <a:solidFill>
            <a:schemeClr val="bg2"/>
          </a:solidFill>
          <a:ln w="9525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25400" dir="5400000">
              <a:srgbClr val="0F172A">
                <a:alpha val="18000"/>
              </a:srgbClr>
            </a:outerShdw>
          </a:effectLst>
        </p:spPr>
      </p:sp>
      <p:pic>
        <p:nvPicPr>
          <p:cNvPr id="4" name="Captura 18-mantenimiento-nuevo" descr="Captura: mantenimiento nuevo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234440"/>
            <a:ext cx="7589520" cy="4532630"/>
          </a:xfrm>
          <a:prstGeom prst="rect">
            <a:avLst/>
          </a:prstGeom>
        </p:spPr>
      </p:pic>
      <p:sp>
        <p:nvSpPr>
          <p:cNvPr id="5" name="Marcador 1"/>
          <p:cNvSpPr/>
          <p:nvPr/>
        </p:nvSpPr>
        <p:spPr>
          <a:xfrm>
            <a:off x="5783072" y="2234286"/>
            <a:ext cx="310896" cy="310896"/>
          </a:xfrm>
          <a:prstGeom prst="ellipse">
            <a:avLst/>
          </a:prstGeom>
          <a:solidFill>
            <a:schemeClr val="accent2"/>
          </a:solidFill>
          <a:ln w="1905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25400" dir="5400000">
              <a:srgbClr val="0F172A">
                <a:alpha val="18000"/>
              </a:srgbClr>
            </a:outerShdw>
          </a:effectLst>
        </p:spPr>
      </p:sp>
      <p:sp>
        <p:nvSpPr>
          <p:cNvPr id="6" name="Numero 1"/>
          <p:cNvSpPr txBox="1"/>
          <p:nvPr/>
        </p:nvSpPr>
        <p:spPr>
          <a:xfrm>
            <a:off x="5783072" y="223428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1</a:t>
            </a:r>
            <a:endParaRPr lang="en-US" sz="1300" dirty="0"/>
          </a:p>
        </p:txBody>
      </p:sp>
      <p:sp>
        <p:nvSpPr>
          <p:cNvPr id="7" name="Marcador 2"/>
          <p:cNvSpPr/>
          <p:nvPr/>
        </p:nvSpPr>
        <p:spPr>
          <a:xfrm>
            <a:off x="5993892" y="2778201"/>
            <a:ext cx="310896" cy="310896"/>
          </a:xfrm>
          <a:prstGeom prst="ellipse">
            <a:avLst/>
          </a:prstGeom>
          <a:solidFill>
            <a:schemeClr val="accent2"/>
          </a:solidFill>
          <a:ln w="1905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25400" dir="5400000">
              <a:srgbClr val="0F172A">
                <a:alpha val="18000"/>
              </a:srgbClr>
            </a:outerShdw>
          </a:effectLst>
        </p:spPr>
      </p:sp>
      <p:sp>
        <p:nvSpPr>
          <p:cNvPr id="8" name="Numero 2"/>
          <p:cNvSpPr txBox="1"/>
          <p:nvPr/>
        </p:nvSpPr>
        <p:spPr>
          <a:xfrm>
            <a:off x="5993892" y="2778201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2</a:t>
            </a:r>
            <a:endParaRPr lang="en-US" sz="1300" dirty="0"/>
          </a:p>
        </p:txBody>
      </p:sp>
      <p:sp>
        <p:nvSpPr>
          <p:cNvPr id="9" name="Marcador 3"/>
          <p:cNvSpPr/>
          <p:nvPr/>
        </p:nvSpPr>
        <p:spPr>
          <a:xfrm>
            <a:off x="3506216" y="3444392"/>
            <a:ext cx="310896" cy="310896"/>
          </a:xfrm>
          <a:prstGeom prst="ellipse">
            <a:avLst/>
          </a:prstGeom>
          <a:solidFill>
            <a:schemeClr val="accent2"/>
          </a:solidFill>
          <a:ln w="1905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25400" dir="5400000">
              <a:srgbClr val="0F172A">
                <a:alpha val="18000"/>
              </a:srgbClr>
            </a:outerShdw>
          </a:effectLst>
        </p:spPr>
      </p:sp>
      <p:sp>
        <p:nvSpPr>
          <p:cNvPr id="10" name="Numero 3"/>
          <p:cNvSpPr txBox="1"/>
          <p:nvPr/>
        </p:nvSpPr>
        <p:spPr>
          <a:xfrm>
            <a:off x="3506216" y="344439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3</a:t>
            </a:r>
            <a:endParaRPr lang="en-US" sz="1300" dirty="0"/>
          </a:p>
        </p:txBody>
      </p:sp>
      <p:sp>
        <p:nvSpPr>
          <p:cNvPr id="11" name="Marcador 4"/>
          <p:cNvSpPr/>
          <p:nvPr/>
        </p:nvSpPr>
        <p:spPr>
          <a:xfrm>
            <a:off x="2494280" y="3802786"/>
            <a:ext cx="310896" cy="310896"/>
          </a:xfrm>
          <a:prstGeom prst="ellipse">
            <a:avLst/>
          </a:prstGeom>
          <a:solidFill>
            <a:schemeClr val="accent2"/>
          </a:solidFill>
          <a:ln w="1905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25400" dir="5400000">
              <a:srgbClr val="0F172A">
                <a:alpha val="18000"/>
              </a:srgbClr>
            </a:outerShdw>
          </a:effectLst>
        </p:spPr>
      </p:sp>
      <p:sp>
        <p:nvSpPr>
          <p:cNvPr id="12" name="Numero 4"/>
          <p:cNvSpPr txBox="1"/>
          <p:nvPr/>
        </p:nvSpPr>
        <p:spPr>
          <a:xfrm>
            <a:off x="2494280" y="380278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4</a:t>
            </a:r>
            <a:endParaRPr lang="en-US" sz="1300" dirty="0"/>
          </a:p>
        </p:txBody>
      </p:sp>
      <p:sp>
        <p:nvSpPr>
          <p:cNvPr id="13" name="Marcador 5"/>
          <p:cNvSpPr/>
          <p:nvPr/>
        </p:nvSpPr>
        <p:spPr>
          <a:xfrm>
            <a:off x="4223004" y="4013606"/>
            <a:ext cx="310896" cy="310896"/>
          </a:xfrm>
          <a:prstGeom prst="ellipse">
            <a:avLst/>
          </a:prstGeom>
          <a:solidFill>
            <a:schemeClr val="accent2"/>
          </a:solidFill>
          <a:ln w="1905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25400" dir="5400000">
              <a:srgbClr val="0F172A">
                <a:alpha val="18000"/>
              </a:srgbClr>
            </a:outerShdw>
          </a:effectLst>
        </p:spPr>
      </p:sp>
      <p:sp>
        <p:nvSpPr>
          <p:cNvPr id="14" name="Numero 5"/>
          <p:cNvSpPr txBox="1"/>
          <p:nvPr/>
        </p:nvSpPr>
        <p:spPr>
          <a:xfrm>
            <a:off x="4223004" y="401360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5</a:t>
            </a:r>
            <a:endParaRPr lang="en-US" sz="1300" dirty="0"/>
          </a:p>
        </p:txBody>
      </p:sp>
      <p:sp>
        <p:nvSpPr>
          <p:cNvPr id="15" name="Marcador 1"/>
          <p:cNvSpPr/>
          <p:nvPr/>
        </p:nvSpPr>
        <p:spPr>
          <a:xfrm>
            <a:off x="8476488" y="1252728"/>
            <a:ext cx="329184" cy="329184"/>
          </a:xfrm>
          <a:prstGeom prst="ellipse">
            <a:avLst/>
          </a:prstGeom>
          <a:solidFill>
            <a:schemeClr val="accent2"/>
          </a:solidFill>
          <a:ln w="1905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25400" dir="5400000">
              <a:srgbClr val="0F172A">
                <a:alpha val="18000"/>
              </a:srgbClr>
            </a:outerShdw>
          </a:effectLst>
        </p:spPr>
      </p:sp>
      <p:sp>
        <p:nvSpPr>
          <p:cNvPr id="16" name="Numero 1"/>
          <p:cNvSpPr txBox="1"/>
          <p:nvPr/>
        </p:nvSpPr>
        <p:spPr>
          <a:xfrm>
            <a:off x="8476488" y="125272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1</a:t>
            </a:r>
            <a:endParaRPr lang="en-US" sz="1300" dirty="0"/>
          </a:p>
        </p:txBody>
      </p:sp>
      <p:sp>
        <p:nvSpPr>
          <p:cNvPr id="17" name="Leyenda 1"/>
          <p:cNvSpPr txBox="1"/>
          <p:nvPr/>
        </p:nvSpPr>
        <p:spPr>
          <a:xfrm>
            <a:off x="8915400" y="1234440"/>
            <a:ext cx="281635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Aplicación</a:t>
            </a:r>
            <a:endParaRPr lang="en-US" sz="1400" dirty="0"/>
          </a:p>
          <a:p>
            <a:pPr indent="0" marL="0">
              <a:buNone/>
            </a:pPr>
            <a:r>
              <a:rPr lang="en-US" sz="1200" dirty="0">
                <a:solidFill>
                  <a:schemeClr val="accent5"/>
                </a:solidFill>
              </a:rPr>
              <a:t>Elige la aplicación afectada.</a:t>
            </a:r>
            <a:endParaRPr lang="en-US" sz="1400" dirty="0"/>
          </a:p>
        </p:txBody>
      </p:sp>
      <p:sp>
        <p:nvSpPr>
          <p:cNvPr id="18" name="Marcador 2"/>
          <p:cNvSpPr/>
          <p:nvPr/>
        </p:nvSpPr>
        <p:spPr>
          <a:xfrm>
            <a:off x="8476488" y="2121408"/>
            <a:ext cx="329184" cy="329184"/>
          </a:xfrm>
          <a:prstGeom prst="ellipse">
            <a:avLst/>
          </a:prstGeom>
          <a:solidFill>
            <a:schemeClr val="accent2"/>
          </a:solidFill>
          <a:ln w="1905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25400" dir="5400000">
              <a:srgbClr val="0F172A">
                <a:alpha val="18000"/>
              </a:srgbClr>
            </a:outerShdw>
          </a:effectLst>
        </p:spPr>
      </p:sp>
      <p:sp>
        <p:nvSpPr>
          <p:cNvPr id="19" name="Numero 2"/>
          <p:cNvSpPr txBox="1"/>
          <p:nvPr/>
        </p:nvSpPr>
        <p:spPr>
          <a:xfrm>
            <a:off x="8476488" y="212140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2</a:t>
            </a:r>
            <a:endParaRPr lang="en-US" sz="1300" dirty="0"/>
          </a:p>
        </p:txBody>
      </p:sp>
      <p:sp>
        <p:nvSpPr>
          <p:cNvPr id="20" name="Leyenda 2"/>
          <p:cNvSpPr txBox="1"/>
          <p:nvPr/>
        </p:nvSpPr>
        <p:spPr>
          <a:xfrm>
            <a:off x="8915400" y="2103120"/>
            <a:ext cx="281635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Mensaje (opcional)</a:t>
            </a:r>
            <a:endParaRPr lang="en-US" sz="1400" dirty="0"/>
          </a:p>
          <a:p>
            <a:pPr indent="0" marL="0">
              <a:buNone/>
            </a:pPr>
            <a:r>
              <a:rPr lang="en-US" sz="1200" dirty="0">
                <a:solidFill>
                  <a:schemeClr val="accent5"/>
                </a:solidFill>
              </a:rPr>
              <a:t>Si lo dejas vacío se genera con el nombre y las fechas.</a:t>
            </a:r>
            <a:endParaRPr lang="en-US" sz="1400" dirty="0"/>
          </a:p>
        </p:txBody>
      </p:sp>
      <p:sp>
        <p:nvSpPr>
          <p:cNvPr id="21" name="Marcador 3"/>
          <p:cNvSpPr/>
          <p:nvPr/>
        </p:nvSpPr>
        <p:spPr>
          <a:xfrm>
            <a:off x="8476488" y="2990088"/>
            <a:ext cx="329184" cy="329184"/>
          </a:xfrm>
          <a:prstGeom prst="ellipse">
            <a:avLst/>
          </a:prstGeom>
          <a:solidFill>
            <a:schemeClr val="accent2"/>
          </a:solidFill>
          <a:ln w="1905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25400" dir="5400000">
              <a:srgbClr val="0F172A">
                <a:alpha val="18000"/>
              </a:srgbClr>
            </a:outerShdw>
          </a:effectLst>
        </p:spPr>
      </p:sp>
      <p:sp>
        <p:nvSpPr>
          <p:cNvPr id="22" name="Numero 3"/>
          <p:cNvSpPr txBox="1"/>
          <p:nvPr/>
        </p:nvSpPr>
        <p:spPr>
          <a:xfrm>
            <a:off x="8476488" y="299008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3</a:t>
            </a:r>
            <a:endParaRPr lang="en-US" sz="1300" dirty="0"/>
          </a:p>
        </p:txBody>
      </p:sp>
      <p:sp>
        <p:nvSpPr>
          <p:cNvPr id="23" name="Leyenda 3"/>
          <p:cNvSpPr txBox="1"/>
          <p:nvPr/>
        </p:nvSpPr>
        <p:spPr>
          <a:xfrm>
            <a:off x="8915400" y="2971800"/>
            <a:ext cx="281635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Inicio y fin</a:t>
            </a:r>
            <a:endParaRPr lang="en-US" sz="1400" dirty="0"/>
          </a:p>
          <a:p>
            <a:pPr indent="0" marL="0">
              <a:buNone/>
            </a:pPr>
            <a:r>
              <a:rPr lang="en-US" sz="1200" dirty="0">
                <a:solidFill>
                  <a:schemeClr val="accent5"/>
                </a:solidFill>
              </a:rPr>
              <a:t>Ventana del mantenimiento; sin fin, dura hasta desactivarlo.</a:t>
            </a:r>
            <a:endParaRPr lang="en-US" sz="1400" dirty="0"/>
          </a:p>
        </p:txBody>
      </p:sp>
      <p:sp>
        <p:nvSpPr>
          <p:cNvPr id="24" name="Marcador 4"/>
          <p:cNvSpPr/>
          <p:nvPr/>
        </p:nvSpPr>
        <p:spPr>
          <a:xfrm>
            <a:off x="8476488" y="3858768"/>
            <a:ext cx="329184" cy="329184"/>
          </a:xfrm>
          <a:prstGeom prst="ellipse">
            <a:avLst/>
          </a:prstGeom>
          <a:solidFill>
            <a:schemeClr val="accent2"/>
          </a:solidFill>
          <a:ln w="1905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25400" dir="5400000">
              <a:srgbClr val="0F172A">
                <a:alpha val="18000"/>
              </a:srgbClr>
            </a:outerShdw>
          </a:effectLst>
        </p:spPr>
      </p:sp>
      <p:sp>
        <p:nvSpPr>
          <p:cNvPr id="25" name="Numero 4"/>
          <p:cNvSpPr txBox="1"/>
          <p:nvPr/>
        </p:nvSpPr>
        <p:spPr>
          <a:xfrm>
            <a:off x="8476488" y="385876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4</a:t>
            </a:r>
            <a:endParaRPr lang="en-US" sz="1300" dirty="0"/>
          </a:p>
        </p:txBody>
      </p:sp>
      <p:sp>
        <p:nvSpPr>
          <p:cNvPr id="26" name="Leyenda 4"/>
          <p:cNvSpPr txBox="1"/>
          <p:nvPr/>
        </p:nvSpPr>
        <p:spPr>
          <a:xfrm>
            <a:off x="8915400" y="3840480"/>
            <a:ext cx="281635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Activo</a:t>
            </a:r>
            <a:endParaRPr lang="en-US" sz="1400" dirty="0"/>
          </a:p>
          <a:p>
            <a:pPr indent="0" marL="0">
              <a:buNone/>
            </a:pPr>
            <a:r>
              <a:rPr lang="en-US" sz="1200" dirty="0">
                <a:solidFill>
                  <a:schemeClr val="accent5"/>
                </a:solidFill>
              </a:rPr>
              <a:t>Permite cancelar el mantenimiento sin borrarlo.</a:t>
            </a:r>
            <a:endParaRPr lang="en-US" sz="1400" dirty="0"/>
          </a:p>
        </p:txBody>
      </p:sp>
      <p:sp>
        <p:nvSpPr>
          <p:cNvPr id="27" name="Marcador 5"/>
          <p:cNvSpPr/>
          <p:nvPr/>
        </p:nvSpPr>
        <p:spPr>
          <a:xfrm>
            <a:off x="8476488" y="4727448"/>
            <a:ext cx="329184" cy="329184"/>
          </a:xfrm>
          <a:prstGeom prst="ellipse">
            <a:avLst/>
          </a:prstGeom>
          <a:solidFill>
            <a:schemeClr val="accent2"/>
          </a:solidFill>
          <a:ln w="1905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25400" dir="5400000">
              <a:srgbClr val="0F172A">
                <a:alpha val="18000"/>
              </a:srgbClr>
            </a:outerShdw>
          </a:effectLst>
        </p:spPr>
      </p:sp>
      <p:sp>
        <p:nvSpPr>
          <p:cNvPr id="28" name="Numero 5"/>
          <p:cNvSpPr txBox="1"/>
          <p:nvPr/>
        </p:nvSpPr>
        <p:spPr>
          <a:xfrm>
            <a:off x="8476488" y="472744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5</a:t>
            </a:r>
            <a:endParaRPr lang="en-US" sz="1300" dirty="0"/>
          </a:p>
        </p:txBody>
      </p:sp>
      <p:sp>
        <p:nvSpPr>
          <p:cNvPr id="29" name="Leyenda 5"/>
          <p:cNvSpPr txBox="1"/>
          <p:nvPr/>
        </p:nvSpPr>
        <p:spPr>
          <a:xfrm>
            <a:off x="8915400" y="4709160"/>
            <a:ext cx="281635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Bloquear en el portal</a:t>
            </a:r>
            <a:endParaRPr lang="en-US" sz="1400" dirty="0"/>
          </a:p>
          <a:p>
            <a:pPr indent="0" marL="0">
              <a:buNone/>
            </a:pPr>
            <a:r>
              <a:rPr lang="en-US" sz="1200" dirty="0">
                <a:solidFill>
                  <a:schemeClr val="accent5"/>
                </a:solidFill>
              </a:rPr>
              <a:t>La tarjeta se ve en gris y muestra el mensaje en vez de abrirse.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4552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4748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18</a:t>
            </a:fld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2"/>
                </a:solidFill>
              </a:rPr>
              <a:t>Administrar usuarios</a:t>
            </a:r>
            <a:endParaRPr lang="en-US" sz="3600" dirty="0"/>
          </a:p>
        </p:txBody>
      </p:sp>
      <p:sp>
        <p:nvSpPr>
          <p:cNvPr id="3" name="Marco 20-usuario-nuevo"/>
          <p:cNvSpPr/>
          <p:nvPr/>
        </p:nvSpPr>
        <p:spPr>
          <a:xfrm>
            <a:off x="420624" y="1197864"/>
            <a:ext cx="7662672" cy="4605782"/>
          </a:xfrm>
          <a:prstGeom prst="roundRect">
            <a:avLst>
              <a:gd name="adj" fmla="val 1588"/>
            </a:avLst>
          </a:prstGeom>
          <a:solidFill>
            <a:schemeClr val="bg2"/>
          </a:solidFill>
          <a:ln w="9525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25400" dir="5400000">
              <a:srgbClr val="0F172A">
                <a:alpha val="18000"/>
              </a:srgbClr>
            </a:outerShdw>
          </a:effectLst>
        </p:spPr>
      </p:sp>
      <p:pic>
        <p:nvPicPr>
          <p:cNvPr id="4" name="Captura 20-usuario-nuevo" descr="Captura: usuario nuevo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234440"/>
            <a:ext cx="7589520" cy="4532630"/>
          </a:xfrm>
          <a:prstGeom prst="rect">
            <a:avLst/>
          </a:prstGeom>
        </p:spPr>
      </p:pic>
      <p:sp>
        <p:nvSpPr>
          <p:cNvPr id="5" name="Marcador 1"/>
          <p:cNvSpPr/>
          <p:nvPr/>
        </p:nvSpPr>
        <p:spPr>
          <a:xfrm>
            <a:off x="3674872" y="2230069"/>
            <a:ext cx="310896" cy="310896"/>
          </a:xfrm>
          <a:prstGeom prst="ellipse">
            <a:avLst/>
          </a:prstGeom>
          <a:solidFill>
            <a:schemeClr val="accent2"/>
          </a:solidFill>
          <a:ln w="1905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25400" dir="5400000">
              <a:srgbClr val="0F172A">
                <a:alpha val="18000"/>
              </a:srgbClr>
            </a:outerShdw>
          </a:effectLst>
        </p:spPr>
      </p:sp>
      <p:sp>
        <p:nvSpPr>
          <p:cNvPr id="6" name="Numero 1"/>
          <p:cNvSpPr txBox="1"/>
          <p:nvPr/>
        </p:nvSpPr>
        <p:spPr>
          <a:xfrm>
            <a:off x="3674872" y="2230069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1</a:t>
            </a:r>
            <a:endParaRPr lang="en-US" sz="1300" dirty="0"/>
          </a:p>
        </p:txBody>
      </p:sp>
      <p:sp>
        <p:nvSpPr>
          <p:cNvPr id="7" name="Marcador 2"/>
          <p:cNvSpPr/>
          <p:nvPr/>
        </p:nvSpPr>
        <p:spPr>
          <a:xfrm>
            <a:off x="5993892" y="2230069"/>
            <a:ext cx="310896" cy="310896"/>
          </a:xfrm>
          <a:prstGeom prst="ellipse">
            <a:avLst/>
          </a:prstGeom>
          <a:solidFill>
            <a:schemeClr val="accent2"/>
          </a:solidFill>
          <a:ln w="1905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25400" dir="5400000">
              <a:srgbClr val="0F172A">
                <a:alpha val="18000"/>
              </a:srgbClr>
            </a:outerShdw>
          </a:effectLst>
        </p:spPr>
      </p:sp>
      <p:sp>
        <p:nvSpPr>
          <p:cNvPr id="8" name="Numero 2"/>
          <p:cNvSpPr txBox="1"/>
          <p:nvPr/>
        </p:nvSpPr>
        <p:spPr>
          <a:xfrm>
            <a:off x="5993892" y="2230069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2</a:t>
            </a:r>
            <a:endParaRPr lang="en-US" sz="1300" dirty="0"/>
          </a:p>
        </p:txBody>
      </p:sp>
      <p:sp>
        <p:nvSpPr>
          <p:cNvPr id="9" name="Marcador 3"/>
          <p:cNvSpPr/>
          <p:nvPr/>
        </p:nvSpPr>
        <p:spPr>
          <a:xfrm>
            <a:off x="3506216" y="2655926"/>
            <a:ext cx="310896" cy="310896"/>
          </a:xfrm>
          <a:prstGeom prst="ellipse">
            <a:avLst/>
          </a:prstGeom>
          <a:solidFill>
            <a:schemeClr val="accent2"/>
          </a:solidFill>
          <a:ln w="1905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25400" dir="5400000">
              <a:srgbClr val="0F172A">
                <a:alpha val="18000"/>
              </a:srgbClr>
            </a:outerShdw>
          </a:effectLst>
        </p:spPr>
      </p:sp>
      <p:sp>
        <p:nvSpPr>
          <p:cNvPr id="10" name="Numero 3"/>
          <p:cNvSpPr txBox="1"/>
          <p:nvPr/>
        </p:nvSpPr>
        <p:spPr>
          <a:xfrm>
            <a:off x="3506216" y="265592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3</a:t>
            </a:r>
            <a:endParaRPr lang="en-US" sz="1300" dirty="0"/>
          </a:p>
        </p:txBody>
      </p:sp>
      <p:sp>
        <p:nvSpPr>
          <p:cNvPr id="11" name="Marcador 4"/>
          <p:cNvSpPr/>
          <p:nvPr/>
        </p:nvSpPr>
        <p:spPr>
          <a:xfrm>
            <a:off x="3674872" y="3204058"/>
            <a:ext cx="310896" cy="310896"/>
          </a:xfrm>
          <a:prstGeom prst="ellipse">
            <a:avLst/>
          </a:prstGeom>
          <a:solidFill>
            <a:schemeClr val="accent2"/>
          </a:solidFill>
          <a:ln w="1905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25400" dir="5400000">
              <a:srgbClr val="0F172A">
                <a:alpha val="18000"/>
              </a:srgbClr>
            </a:outerShdw>
          </a:effectLst>
        </p:spPr>
      </p:sp>
      <p:sp>
        <p:nvSpPr>
          <p:cNvPr id="12" name="Numero 4"/>
          <p:cNvSpPr txBox="1"/>
          <p:nvPr/>
        </p:nvSpPr>
        <p:spPr>
          <a:xfrm>
            <a:off x="3674872" y="320405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4</a:t>
            </a:r>
            <a:endParaRPr lang="en-US" sz="1300" dirty="0"/>
          </a:p>
        </p:txBody>
      </p:sp>
      <p:sp>
        <p:nvSpPr>
          <p:cNvPr id="13" name="Marcador 5"/>
          <p:cNvSpPr/>
          <p:nvPr/>
        </p:nvSpPr>
        <p:spPr>
          <a:xfrm>
            <a:off x="2494280" y="3562452"/>
            <a:ext cx="310896" cy="310896"/>
          </a:xfrm>
          <a:prstGeom prst="ellipse">
            <a:avLst/>
          </a:prstGeom>
          <a:solidFill>
            <a:schemeClr val="accent2"/>
          </a:solidFill>
          <a:ln w="1905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25400" dir="5400000">
              <a:srgbClr val="0F172A">
                <a:alpha val="18000"/>
              </a:srgbClr>
            </a:outerShdw>
          </a:effectLst>
        </p:spPr>
      </p:sp>
      <p:sp>
        <p:nvSpPr>
          <p:cNvPr id="14" name="Numero 5"/>
          <p:cNvSpPr txBox="1"/>
          <p:nvPr/>
        </p:nvSpPr>
        <p:spPr>
          <a:xfrm>
            <a:off x="2494280" y="356245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5</a:t>
            </a:r>
            <a:endParaRPr lang="en-US" sz="1300" dirty="0"/>
          </a:p>
        </p:txBody>
      </p:sp>
      <p:sp>
        <p:nvSpPr>
          <p:cNvPr id="15" name="Marcador 1"/>
          <p:cNvSpPr/>
          <p:nvPr/>
        </p:nvSpPr>
        <p:spPr>
          <a:xfrm>
            <a:off x="8476488" y="1252728"/>
            <a:ext cx="329184" cy="329184"/>
          </a:xfrm>
          <a:prstGeom prst="ellipse">
            <a:avLst/>
          </a:prstGeom>
          <a:solidFill>
            <a:schemeClr val="accent2"/>
          </a:solidFill>
          <a:ln w="1905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25400" dir="5400000">
              <a:srgbClr val="0F172A">
                <a:alpha val="18000"/>
              </a:srgbClr>
            </a:outerShdw>
          </a:effectLst>
        </p:spPr>
      </p:sp>
      <p:sp>
        <p:nvSpPr>
          <p:cNvPr id="16" name="Numero 1"/>
          <p:cNvSpPr txBox="1"/>
          <p:nvPr/>
        </p:nvSpPr>
        <p:spPr>
          <a:xfrm>
            <a:off x="8476488" y="125272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1</a:t>
            </a:r>
            <a:endParaRPr lang="en-US" sz="1300" dirty="0"/>
          </a:p>
        </p:txBody>
      </p:sp>
      <p:sp>
        <p:nvSpPr>
          <p:cNvPr id="17" name="Leyenda 1"/>
          <p:cNvSpPr txBox="1"/>
          <p:nvPr/>
        </p:nvSpPr>
        <p:spPr>
          <a:xfrm>
            <a:off x="8915400" y="1234440"/>
            <a:ext cx="281635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Nombre completo</a:t>
            </a:r>
            <a:endParaRPr lang="en-US" sz="1400" dirty="0"/>
          </a:p>
          <a:p>
            <a:pPr indent="0" marL="0">
              <a:buNone/>
            </a:pPr>
            <a:r>
              <a:rPr lang="en-US" sz="1200" dirty="0">
                <a:solidFill>
                  <a:schemeClr val="accent5"/>
                </a:solidFill>
              </a:rPr>
              <a:t>Cómo se mostrará la persona en el panel.</a:t>
            </a:r>
            <a:endParaRPr lang="en-US" sz="1400" dirty="0"/>
          </a:p>
        </p:txBody>
      </p:sp>
      <p:sp>
        <p:nvSpPr>
          <p:cNvPr id="18" name="Marcador 2"/>
          <p:cNvSpPr/>
          <p:nvPr/>
        </p:nvSpPr>
        <p:spPr>
          <a:xfrm>
            <a:off x="8476488" y="2121408"/>
            <a:ext cx="329184" cy="329184"/>
          </a:xfrm>
          <a:prstGeom prst="ellipse">
            <a:avLst/>
          </a:prstGeom>
          <a:solidFill>
            <a:schemeClr val="accent2"/>
          </a:solidFill>
          <a:ln w="1905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25400" dir="5400000">
              <a:srgbClr val="0F172A">
                <a:alpha val="18000"/>
              </a:srgbClr>
            </a:outerShdw>
          </a:effectLst>
        </p:spPr>
      </p:sp>
      <p:sp>
        <p:nvSpPr>
          <p:cNvPr id="19" name="Numero 2"/>
          <p:cNvSpPr txBox="1"/>
          <p:nvPr/>
        </p:nvSpPr>
        <p:spPr>
          <a:xfrm>
            <a:off x="8476488" y="212140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2</a:t>
            </a:r>
            <a:endParaRPr lang="en-US" sz="1300" dirty="0"/>
          </a:p>
        </p:txBody>
      </p:sp>
      <p:sp>
        <p:nvSpPr>
          <p:cNvPr id="20" name="Leyenda 2"/>
          <p:cNvSpPr txBox="1"/>
          <p:nvPr/>
        </p:nvSpPr>
        <p:spPr>
          <a:xfrm>
            <a:off x="8915400" y="2103120"/>
            <a:ext cx="281635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Usuario</a:t>
            </a:r>
            <a:endParaRPr lang="en-US" sz="1400" dirty="0"/>
          </a:p>
          <a:p>
            <a:pPr indent="0" marL="0">
              <a:buNone/>
            </a:pPr>
            <a:r>
              <a:rPr lang="en-US" sz="1200" dirty="0">
                <a:solidFill>
                  <a:schemeClr val="accent5"/>
                </a:solidFill>
              </a:rPr>
              <a:t>El nombre con el que inicia sesión; debe ser único.</a:t>
            </a:r>
            <a:endParaRPr lang="en-US" sz="1400" dirty="0"/>
          </a:p>
        </p:txBody>
      </p:sp>
      <p:sp>
        <p:nvSpPr>
          <p:cNvPr id="21" name="Marcador 3"/>
          <p:cNvSpPr/>
          <p:nvPr/>
        </p:nvSpPr>
        <p:spPr>
          <a:xfrm>
            <a:off x="8476488" y="2990088"/>
            <a:ext cx="329184" cy="329184"/>
          </a:xfrm>
          <a:prstGeom prst="ellipse">
            <a:avLst/>
          </a:prstGeom>
          <a:solidFill>
            <a:schemeClr val="accent2"/>
          </a:solidFill>
          <a:ln w="1905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25400" dir="5400000">
              <a:srgbClr val="0F172A">
                <a:alpha val="18000"/>
              </a:srgbClr>
            </a:outerShdw>
          </a:effectLst>
        </p:spPr>
      </p:sp>
      <p:sp>
        <p:nvSpPr>
          <p:cNvPr id="22" name="Numero 3"/>
          <p:cNvSpPr txBox="1"/>
          <p:nvPr/>
        </p:nvSpPr>
        <p:spPr>
          <a:xfrm>
            <a:off x="8476488" y="299008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3</a:t>
            </a:r>
            <a:endParaRPr lang="en-US" sz="1300" dirty="0"/>
          </a:p>
        </p:txBody>
      </p:sp>
      <p:sp>
        <p:nvSpPr>
          <p:cNvPr id="23" name="Leyenda 3"/>
          <p:cNvSpPr txBox="1"/>
          <p:nvPr/>
        </p:nvSpPr>
        <p:spPr>
          <a:xfrm>
            <a:off x="8915400" y="2971800"/>
            <a:ext cx="281635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Rol</a:t>
            </a:r>
            <a:endParaRPr lang="en-US" sz="1400" dirty="0"/>
          </a:p>
          <a:p>
            <a:pPr indent="0" marL="0">
              <a:buNone/>
            </a:pPr>
            <a:r>
              <a:rPr lang="en-US" sz="1200" dirty="0">
                <a:solidFill>
                  <a:schemeClr val="accent5"/>
                </a:solidFill>
              </a:rPr>
              <a:t>Define qué puede hacer dentro de la administración.</a:t>
            </a:r>
            <a:endParaRPr lang="en-US" sz="1400" dirty="0"/>
          </a:p>
        </p:txBody>
      </p:sp>
      <p:sp>
        <p:nvSpPr>
          <p:cNvPr id="24" name="Marcador 4"/>
          <p:cNvSpPr/>
          <p:nvPr/>
        </p:nvSpPr>
        <p:spPr>
          <a:xfrm>
            <a:off x="8476488" y="3858768"/>
            <a:ext cx="329184" cy="329184"/>
          </a:xfrm>
          <a:prstGeom prst="ellipse">
            <a:avLst/>
          </a:prstGeom>
          <a:solidFill>
            <a:schemeClr val="accent2"/>
          </a:solidFill>
          <a:ln w="1905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25400" dir="5400000">
              <a:srgbClr val="0F172A">
                <a:alpha val="18000"/>
              </a:srgbClr>
            </a:outerShdw>
          </a:effectLst>
        </p:spPr>
      </p:sp>
      <p:sp>
        <p:nvSpPr>
          <p:cNvPr id="25" name="Numero 4"/>
          <p:cNvSpPr txBox="1"/>
          <p:nvPr/>
        </p:nvSpPr>
        <p:spPr>
          <a:xfrm>
            <a:off x="8476488" y="385876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4</a:t>
            </a:r>
            <a:endParaRPr lang="en-US" sz="1300" dirty="0"/>
          </a:p>
        </p:txBody>
      </p:sp>
      <p:sp>
        <p:nvSpPr>
          <p:cNvPr id="26" name="Leyenda 4"/>
          <p:cNvSpPr txBox="1"/>
          <p:nvPr/>
        </p:nvSpPr>
        <p:spPr>
          <a:xfrm>
            <a:off x="8915400" y="3840480"/>
            <a:ext cx="281635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Contraseña</a:t>
            </a:r>
            <a:endParaRPr lang="en-US" sz="1400" dirty="0"/>
          </a:p>
          <a:p>
            <a:pPr indent="0" marL="0">
              <a:buNone/>
            </a:pPr>
            <a:r>
              <a:rPr lang="en-US" sz="1200" dirty="0">
                <a:solidFill>
                  <a:schemeClr val="accent5"/>
                </a:solidFill>
              </a:rPr>
              <a:t>Mínimo 12 caracteres; confírmala en el campo de al lado.</a:t>
            </a:r>
            <a:endParaRPr lang="en-US" sz="1400" dirty="0"/>
          </a:p>
        </p:txBody>
      </p:sp>
      <p:sp>
        <p:nvSpPr>
          <p:cNvPr id="27" name="Marcador 5"/>
          <p:cNvSpPr/>
          <p:nvPr/>
        </p:nvSpPr>
        <p:spPr>
          <a:xfrm>
            <a:off x="8476488" y="4727448"/>
            <a:ext cx="329184" cy="329184"/>
          </a:xfrm>
          <a:prstGeom prst="ellipse">
            <a:avLst/>
          </a:prstGeom>
          <a:solidFill>
            <a:schemeClr val="accent2"/>
          </a:solidFill>
          <a:ln w="1905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25400" dir="5400000">
              <a:srgbClr val="0F172A">
                <a:alpha val="18000"/>
              </a:srgbClr>
            </a:outerShdw>
          </a:effectLst>
        </p:spPr>
      </p:sp>
      <p:sp>
        <p:nvSpPr>
          <p:cNvPr id="28" name="Numero 5"/>
          <p:cNvSpPr txBox="1"/>
          <p:nvPr/>
        </p:nvSpPr>
        <p:spPr>
          <a:xfrm>
            <a:off x="8476488" y="472744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5</a:t>
            </a:r>
            <a:endParaRPr lang="en-US" sz="1300" dirty="0"/>
          </a:p>
        </p:txBody>
      </p:sp>
      <p:sp>
        <p:nvSpPr>
          <p:cNvPr id="29" name="Leyenda 5"/>
          <p:cNvSpPr txBox="1"/>
          <p:nvPr/>
        </p:nvSpPr>
        <p:spPr>
          <a:xfrm>
            <a:off x="8915400" y="4709160"/>
            <a:ext cx="281635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Activo</a:t>
            </a:r>
            <a:endParaRPr lang="en-US" sz="1400" dirty="0"/>
          </a:p>
          <a:p>
            <a:pPr indent="0" marL="0">
              <a:buNone/>
            </a:pPr>
            <a:r>
              <a:rPr lang="en-US" sz="1200" dirty="0">
                <a:solidFill>
                  <a:schemeClr val="accent5"/>
                </a:solidFill>
              </a:rPr>
              <a:t>Desactivar a alguien le quita el acceso de inmediato.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4552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4748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19</a:t>
            </a:fld>
            <a:endParaRPr 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2"/>
                </a:solidFill>
              </a:rPr>
              <a:t>Personalizar el portal</a:t>
            </a:r>
            <a:endParaRPr lang="en-US" sz="3600" dirty="0"/>
          </a:p>
        </p:txBody>
      </p:sp>
      <p:sp>
        <p:nvSpPr>
          <p:cNvPr id="3" name="Marco 21-configuracion"/>
          <p:cNvSpPr/>
          <p:nvPr/>
        </p:nvSpPr>
        <p:spPr>
          <a:xfrm>
            <a:off x="420624" y="1197864"/>
            <a:ext cx="7662672" cy="4816602"/>
          </a:xfrm>
          <a:prstGeom prst="roundRect">
            <a:avLst>
              <a:gd name="adj" fmla="val 1519"/>
            </a:avLst>
          </a:prstGeom>
          <a:solidFill>
            <a:schemeClr val="bg2"/>
          </a:solidFill>
          <a:ln w="9525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25400" dir="5400000">
              <a:srgbClr val="0F172A">
                <a:alpha val="18000"/>
              </a:srgbClr>
            </a:outerShdw>
          </a:effectLst>
        </p:spPr>
      </p:sp>
      <p:pic>
        <p:nvPicPr>
          <p:cNvPr id="4" name="Captura 21-configuracion" descr="Captura: configuraci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234440"/>
            <a:ext cx="7589520" cy="4743450"/>
          </a:xfrm>
          <a:prstGeom prst="rect">
            <a:avLst/>
          </a:prstGeom>
        </p:spPr>
      </p:pic>
      <p:sp>
        <p:nvSpPr>
          <p:cNvPr id="5" name="Marcador 1"/>
          <p:cNvSpPr/>
          <p:nvPr/>
        </p:nvSpPr>
        <p:spPr>
          <a:xfrm>
            <a:off x="3674872" y="2609545"/>
            <a:ext cx="310896" cy="310896"/>
          </a:xfrm>
          <a:prstGeom prst="ellipse">
            <a:avLst/>
          </a:prstGeom>
          <a:solidFill>
            <a:schemeClr val="accent2"/>
          </a:solidFill>
          <a:ln w="1905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25400" dir="5400000">
              <a:srgbClr val="0F172A">
                <a:alpha val="18000"/>
              </a:srgbClr>
            </a:outerShdw>
          </a:effectLst>
        </p:spPr>
      </p:sp>
      <p:sp>
        <p:nvSpPr>
          <p:cNvPr id="6" name="Numero 1"/>
          <p:cNvSpPr txBox="1"/>
          <p:nvPr/>
        </p:nvSpPr>
        <p:spPr>
          <a:xfrm>
            <a:off x="3674872" y="2609545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1</a:t>
            </a:r>
            <a:endParaRPr lang="en-US" sz="1300" dirty="0"/>
          </a:p>
        </p:txBody>
      </p:sp>
      <p:sp>
        <p:nvSpPr>
          <p:cNvPr id="7" name="Marcador 2"/>
          <p:cNvSpPr/>
          <p:nvPr/>
        </p:nvSpPr>
        <p:spPr>
          <a:xfrm>
            <a:off x="5993892" y="2609545"/>
            <a:ext cx="310896" cy="310896"/>
          </a:xfrm>
          <a:prstGeom prst="ellipse">
            <a:avLst/>
          </a:prstGeom>
          <a:solidFill>
            <a:schemeClr val="accent2"/>
          </a:solidFill>
          <a:ln w="1905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25400" dir="5400000">
              <a:srgbClr val="0F172A">
                <a:alpha val="18000"/>
              </a:srgbClr>
            </a:outerShdw>
          </a:effectLst>
        </p:spPr>
      </p:sp>
      <p:sp>
        <p:nvSpPr>
          <p:cNvPr id="8" name="Numero 2"/>
          <p:cNvSpPr txBox="1"/>
          <p:nvPr/>
        </p:nvSpPr>
        <p:spPr>
          <a:xfrm>
            <a:off x="5993892" y="2609545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2</a:t>
            </a:r>
            <a:endParaRPr lang="en-US" sz="1300" dirty="0"/>
          </a:p>
        </p:txBody>
      </p:sp>
      <p:sp>
        <p:nvSpPr>
          <p:cNvPr id="9" name="Marcador 3"/>
          <p:cNvSpPr/>
          <p:nvPr/>
        </p:nvSpPr>
        <p:spPr>
          <a:xfrm>
            <a:off x="3674872" y="3035402"/>
            <a:ext cx="310896" cy="310896"/>
          </a:xfrm>
          <a:prstGeom prst="ellipse">
            <a:avLst/>
          </a:prstGeom>
          <a:solidFill>
            <a:schemeClr val="accent2"/>
          </a:solidFill>
          <a:ln w="1905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25400" dir="5400000">
              <a:srgbClr val="0F172A">
                <a:alpha val="18000"/>
              </a:srgbClr>
            </a:outerShdw>
          </a:effectLst>
        </p:spPr>
      </p:sp>
      <p:sp>
        <p:nvSpPr>
          <p:cNvPr id="10" name="Numero 3"/>
          <p:cNvSpPr txBox="1"/>
          <p:nvPr/>
        </p:nvSpPr>
        <p:spPr>
          <a:xfrm>
            <a:off x="3674872" y="303540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3</a:t>
            </a:r>
            <a:endParaRPr lang="en-US" sz="1300" dirty="0"/>
          </a:p>
        </p:txBody>
      </p:sp>
      <p:sp>
        <p:nvSpPr>
          <p:cNvPr id="11" name="Marcador 4"/>
          <p:cNvSpPr/>
          <p:nvPr/>
        </p:nvSpPr>
        <p:spPr>
          <a:xfrm>
            <a:off x="6183630" y="3035402"/>
            <a:ext cx="310896" cy="310896"/>
          </a:xfrm>
          <a:prstGeom prst="ellipse">
            <a:avLst/>
          </a:prstGeom>
          <a:solidFill>
            <a:schemeClr val="accent2"/>
          </a:solidFill>
          <a:ln w="1905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25400" dir="5400000">
              <a:srgbClr val="0F172A">
                <a:alpha val="18000"/>
              </a:srgbClr>
            </a:outerShdw>
          </a:effectLst>
        </p:spPr>
      </p:sp>
      <p:sp>
        <p:nvSpPr>
          <p:cNvPr id="12" name="Numero 4"/>
          <p:cNvSpPr txBox="1"/>
          <p:nvPr/>
        </p:nvSpPr>
        <p:spPr>
          <a:xfrm>
            <a:off x="6183630" y="303540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4</a:t>
            </a:r>
            <a:endParaRPr lang="en-US" sz="1300" dirty="0"/>
          </a:p>
        </p:txBody>
      </p:sp>
      <p:sp>
        <p:nvSpPr>
          <p:cNvPr id="13" name="Marcador 5"/>
          <p:cNvSpPr/>
          <p:nvPr/>
        </p:nvSpPr>
        <p:spPr>
          <a:xfrm>
            <a:off x="3674872" y="3802786"/>
            <a:ext cx="310896" cy="310896"/>
          </a:xfrm>
          <a:prstGeom prst="ellipse">
            <a:avLst/>
          </a:prstGeom>
          <a:solidFill>
            <a:schemeClr val="accent2"/>
          </a:solidFill>
          <a:ln w="1905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25400" dir="5400000">
              <a:srgbClr val="0F172A">
                <a:alpha val="18000"/>
              </a:srgbClr>
            </a:outerShdw>
          </a:effectLst>
        </p:spPr>
      </p:sp>
      <p:sp>
        <p:nvSpPr>
          <p:cNvPr id="14" name="Numero 5"/>
          <p:cNvSpPr txBox="1"/>
          <p:nvPr/>
        </p:nvSpPr>
        <p:spPr>
          <a:xfrm>
            <a:off x="3674872" y="380278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5</a:t>
            </a:r>
            <a:endParaRPr lang="en-US" sz="1300" dirty="0"/>
          </a:p>
        </p:txBody>
      </p:sp>
      <p:sp>
        <p:nvSpPr>
          <p:cNvPr id="15" name="Marcador 6"/>
          <p:cNvSpPr/>
          <p:nvPr/>
        </p:nvSpPr>
        <p:spPr>
          <a:xfrm>
            <a:off x="5993892" y="3802786"/>
            <a:ext cx="310896" cy="310896"/>
          </a:xfrm>
          <a:prstGeom prst="ellipse">
            <a:avLst/>
          </a:prstGeom>
          <a:solidFill>
            <a:schemeClr val="accent2"/>
          </a:solidFill>
          <a:ln w="1905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25400" dir="5400000">
              <a:srgbClr val="0F172A">
                <a:alpha val="18000"/>
              </a:srgbClr>
            </a:outerShdw>
          </a:effectLst>
        </p:spPr>
      </p:sp>
      <p:sp>
        <p:nvSpPr>
          <p:cNvPr id="16" name="Numero 6"/>
          <p:cNvSpPr txBox="1"/>
          <p:nvPr/>
        </p:nvSpPr>
        <p:spPr>
          <a:xfrm>
            <a:off x="5993892" y="380278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6</a:t>
            </a:r>
            <a:endParaRPr lang="en-US" sz="1300" dirty="0"/>
          </a:p>
        </p:txBody>
      </p:sp>
      <p:sp>
        <p:nvSpPr>
          <p:cNvPr id="17" name="Marcador 7"/>
          <p:cNvSpPr/>
          <p:nvPr/>
        </p:nvSpPr>
        <p:spPr>
          <a:xfrm>
            <a:off x="2662936" y="4237076"/>
            <a:ext cx="310896" cy="310896"/>
          </a:xfrm>
          <a:prstGeom prst="ellipse">
            <a:avLst/>
          </a:prstGeom>
          <a:solidFill>
            <a:schemeClr val="accent2"/>
          </a:solidFill>
          <a:ln w="1905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25400" dir="5400000">
              <a:srgbClr val="0F172A">
                <a:alpha val="18000"/>
              </a:srgbClr>
            </a:outerShdw>
          </a:effectLst>
        </p:spPr>
      </p:sp>
      <p:sp>
        <p:nvSpPr>
          <p:cNvPr id="18" name="Numero 7"/>
          <p:cNvSpPr txBox="1"/>
          <p:nvPr/>
        </p:nvSpPr>
        <p:spPr>
          <a:xfrm>
            <a:off x="2662936" y="423707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7</a:t>
            </a:r>
            <a:endParaRPr lang="en-US" sz="1300" dirty="0"/>
          </a:p>
        </p:txBody>
      </p:sp>
      <p:sp>
        <p:nvSpPr>
          <p:cNvPr id="19" name="Marcador 1"/>
          <p:cNvSpPr/>
          <p:nvPr/>
        </p:nvSpPr>
        <p:spPr>
          <a:xfrm>
            <a:off x="8476488" y="1252728"/>
            <a:ext cx="329184" cy="329184"/>
          </a:xfrm>
          <a:prstGeom prst="ellipse">
            <a:avLst/>
          </a:prstGeom>
          <a:solidFill>
            <a:schemeClr val="accent2"/>
          </a:solidFill>
          <a:ln w="1905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25400" dir="5400000">
              <a:srgbClr val="0F172A">
                <a:alpha val="18000"/>
              </a:srgbClr>
            </a:outerShdw>
          </a:effectLst>
        </p:spPr>
      </p:sp>
      <p:sp>
        <p:nvSpPr>
          <p:cNvPr id="20" name="Numero 1"/>
          <p:cNvSpPr txBox="1"/>
          <p:nvPr/>
        </p:nvSpPr>
        <p:spPr>
          <a:xfrm>
            <a:off x="8476488" y="125272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1</a:t>
            </a:r>
            <a:endParaRPr lang="en-US" sz="1300" dirty="0"/>
          </a:p>
        </p:txBody>
      </p:sp>
      <p:sp>
        <p:nvSpPr>
          <p:cNvPr id="21" name="Leyenda 1"/>
          <p:cNvSpPr txBox="1"/>
          <p:nvPr/>
        </p:nvSpPr>
        <p:spPr>
          <a:xfrm>
            <a:off x="8915400" y="1234440"/>
            <a:ext cx="2816352" cy="65967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Nombre de la aplicación</a:t>
            </a:r>
            <a:endParaRPr lang="en-US" sz="1400" dirty="0"/>
          </a:p>
          <a:p>
            <a:pPr indent="0" marL="0">
              <a:buNone/>
            </a:pPr>
            <a:r>
              <a:rPr lang="en-US" sz="1200" dirty="0">
                <a:solidFill>
                  <a:schemeClr val="accent5"/>
                </a:solidFill>
              </a:rPr>
              <a:t>Aparece en el encabezado y en la pestaña del navegador.</a:t>
            </a:r>
            <a:endParaRPr lang="en-US" sz="1400" dirty="0"/>
          </a:p>
        </p:txBody>
      </p:sp>
      <p:sp>
        <p:nvSpPr>
          <p:cNvPr id="22" name="Marcador 2"/>
          <p:cNvSpPr/>
          <p:nvPr/>
        </p:nvSpPr>
        <p:spPr>
          <a:xfrm>
            <a:off x="8476488" y="1958122"/>
            <a:ext cx="329184" cy="329184"/>
          </a:xfrm>
          <a:prstGeom prst="ellipse">
            <a:avLst/>
          </a:prstGeom>
          <a:solidFill>
            <a:schemeClr val="accent2"/>
          </a:solidFill>
          <a:ln w="1905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25400" dir="5400000">
              <a:srgbClr val="0F172A">
                <a:alpha val="18000"/>
              </a:srgbClr>
            </a:outerShdw>
          </a:effectLst>
        </p:spPr>
      </p:sp>
      <p:sp>
        <p:nvSpPr>
          <p:cNvPr id="23" name="Numero 2"/>
          <p:cNvSpPr txBox="1"/>
          <p:nvPr/>
        </p:nvSpPr>
        <p:spPr>
          <a:xfrm>
            <a:off x="8476488" y="195812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2</a:t>
            </a:r>
            <a:endParaRPr lang="en-US" sz="1300" dirty="0"/>
          </a:p>
        </p:txBody>
      </p:sp>
      <p:sp>
        <p:nvSpPr>
          <p:cNvPr id="24" name="Leyenda 2"/>
          <p:cNvSpPr txBox="1"/>
          <p:nvPr/>
        </p:nvSpPr>
        <p:spPr>
          <a:xfrm>
            <a:off x="8915400" y="1939834"/>
            <a:ext cx="2816352" cy="65967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Nombre de la empresa</a:t>
            </a:r>
            <a:endParaRPr lang="en-US" sz="1400" dirty="0"/>
          </a:p>
          <a:p>
            <a:pPr indent="0" marL="0">
              <a:buNone/>
            </a:pPr>
            <a:r>
              <a:rPr lang="en-US" sz="1200" dirty="0">
                <a:solidFill>
                  <a:schemeClr val="accent5"/>
                </a:solidFill>
              </a:rPr>
              <a:t>Se muestra en el pie de página.</a:t>
            </a:r>
            <a:endParaRPr lang="en-US" sz="1400" dirty="0"/>
          </a:p>
        </p:txBody>
      </p:sp>
      <p:sp>
        <p:nvSpPr>
          <p:cNvPr id="25" name="Marcador 3"/>
          <p:cNvSpPr/>
          <p:nvPr/>
        </p:nvSpPr>
        <p:spPr>
          <a:xfrm>
            <a:off x="8476488" y="2663517"/>
            <a:ext cx="329184" cy="329184"/>
          </a:xfrm>
          <a:prstGeom prst="ellipse">
            <a:avLst/>
          </a:prstGeom>
          <a:solidFill>
            <a:schemeClr val="accent2"/>
          </a:solidFill>
          <a:ln w="1905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25400" dir="5400000">
              <a:srgbClr val="0F172A">
                <a:alpha val="18000"/>
              </a:srgbClr>
            </a:outerShdw>
          </a:effectLst>
        </p:spPr>
      </p:sp>
      <p:sp>
        <p:nvSpPr>
          <p:cNvPr id="26" name="Numero 3"/>
          <p:cNvSpPr txBox="1"/>
          <p:nvPr/>
        </p:nvSpPr>
        <p:spPr>
          <a:xfrm>
            <a:off x="8476488" y="2663517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3</a:t>
            </a:r>
            <a:endParaRPr lang="en-US" sz="1300" dirty="0"/>
          </a:p>
        </p:txBody>
      </p:sp>
      <p:sp>
        <p:nvSpPr>
          <p:cNvPr id="27" name="Leyenda 3"/>
          <p:cNvSpPr txBox="1"/>
          <p:nvPr/>
        </p:nvSpPr>
        <p:spPr>
          <a:xfrm>
            <a:off x="8915400" y="2645229"/>
            <a:ext cx="2816352" cy="65967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Color principal</a:t>
            </a:r>
            <a:endParaRPr lang="en-US" sz="1400" dirty="0"/>
          </a:p>
          <a:p>
            <a:pPr indent="0" marL="0">
              <a:buNone/>
            </a:pPr>
            <a:r>
              <a:rPr lang="en-US" sz="1200" dirty="0">
                <a:solidFill>
                  <a:schemeClr val="accent5"/>
                </a:solidFill>
              </a:rPr>
              <a:t>Color de botones, encabezados y pie de página.</a:t>
            </a:r>
            <a:endParaRPr lang="en-US" sz="1400" dirty="0"/>
          </a:p>
        </p:txBody>
      </p:sp>
      <p:sp>
        <p:nvSpPr>
          <p:cNvPr id="28" name="Marcador 4"/>
          <p:cNvSpPr/>
          <p:nvPr/>
        </p:nvSpPr>
        <p:spPr>
          <a:xfrm>
            <a:off x="8476488" y="3368911"/>
            <a:ext cx="329184" cy="329184"/>
          </a:xfrm>
          <a:prstGeom prst="ellipse">
            <a:avLst/>
          </a:prstGeom>
          <a:solidFill>
            <a:schemeClr val="accent2"/>
          </a:solidFill>
          <a:ln w="1905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25400" dir="5400000">
              <a:srgbClr val="0F172A">
                <a:alpha val="18000"/>
              </a:srgbClr>
            </a:outerShdw>
          </a:effectLst>
        </p:spPr>
      </p:sp>
      <p:sp>
        <p:nvSpPr>
          <p:cNvPr id="29" name="Numero 4"/>
          <p:cNvSpPr txBox="1"/>
          <p:nvPr/>
        </p:nvSpPr>
        <p:spPr>
          <a:xfrm>
            <a:off x="8476488" y="3368911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4</a:t>
            </a:r>
            <a:endParaRPr lang="en-US" sz="1300" dirty="0"/>
          </a:p>
        </p:txBody>
      </p:sp>
      <p:sp>
        <p:nvSpPr>
          <p:cNvPr id="30" name="Leyenda 4"/>
          <p:cNvSpPr txBox="1"/>
          <p:nvPr/>
        </p:nvSpPr>
        <p:spPr>
          <a:xfrm>
            <a:off x="8915400" y="3350623"/>
            <a:ext cx="2816352" cy="65967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Logo del cliente</a:t>
            </a:r>
            <a:endParaRPr lang="en-US" sz="1400" dirty="0"/>
          </a:p>
          <a:p>
            <a:pPr indent="0" marL="0">
              <a:buNone/>
            </a:pPr>
            <a:r>
              <a:rPr lang="en-US" sz="1200" dirty="0">
                <a:solidFill>
                  <a:schemeClr val="accent5"/>
                </a:solidFill>
              </a:rPr>
              <a:t>Sustituye al nombre en el encabezado.</a:t>
            </a:r>
            <a:endParaRPr lang="en-US" sz="1400" dirty="0"/>
          </a:p>
        </p:txBody>
      </p:sp>
      <p:sp>
        <p:nvSpPr>
          <p:cNvPr id="31" name="Marcador 5"/>
          <p:cNvSpPr/>
          <p:nvPr/>
        </p:nvSpPr>
        <p:spPr>
          <a:xfrm>
            <a:off x="8476488" y="4074305"/>
            <a:ext cx="329184" cy="329184"/>
          </a:xfrm>
          <a:prstGeom prst="ellipse">
            <a:avLst/>
          </a:prstGeom>
          <a:solidFill>
            <a:schemeClr val="accent2"/>
          </a:solidFill>
          <a:ln w="1905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25400" dir="5400000">
              <a:srgbClr val="0F172A">
                <a:alpha val="18000"/>
              </a:srgbClr>
            </a:outerShdw>
          </a:effectLst>
        </p:spPr>
      </p:sp>
      <p:sp>
        <p:nvSpPr>
          <p:cNvPr id="32" name="Numero 5"/>
          <p:cNvSpPr txBox="1"/>
          <p:nvPr/>
        </p:nvSpPr>
        <p:spPr>
          <a:xfrm>
            <a:off x="8476488" y="4074305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5</a:t>
            </a:r>
            <a:endParaRPr lang="en-US" sz="1300" dirty="0"/>
          </a:p>
        </p:txBody>
      </p:sp>
      <p:sp>
        <p:nvSpPr>
          <p:cNvPr id="33" name="Leyenda 5"/>
          <p:cNvSpPr txBox="1"/>
          <p:nvPr/>
        </p:nvSpPr>
        <p:spPr>
          <a:xfrm>
            <a:off x="8915400" y="4056017"/>
            <a:ext cx="2816352" cy="65967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Validación de enlaces</a:t>
            </a:r>
            <a:endParaRPr lang="en-US" sz="1400" dirty="0"/>
          </a:p>
          <a:p>
            <a:pPr indent="0" marL="0">
              <a:buNone/>
            </a:pPr>
            <a:r>
              <a:rPr lang="en-US" sz="1200" dirty="0">
                <a:solidFill>
                  <a:schemeClr val="accent5"/>
                </a:solidFill>
              </a:rPr>
              <a:t>Regla que deben cumplir las URL; por defecto http o https.</a:t>
            </a:r>
            <a:endParaRPr lang="en-US" sz="1400" dirty="0"/>
          </a:p>
        </p:txBody>
      </p:sp>
      <p:sp>
        <p:nvSpPr>
          <p:cNvPr id="34" name="Marcador 6"/>
          <p:cNvSpPr/>
          <p:nvPr/>
        </p:nvSpPr>
        <p:spPr>
          <a:xfrm>
            <a:off x="8476488" y="4779699"/>
            <a:ext cx="329184" cy="329184"/>
          </a:xfrm>
          <a:prstGeom prst="ellipse">
            <a:avLst/>
          </a:prstGeom>
          <a:solidFill>
            <a:schemeClr val="accent2"/>
          </a:solidFill>
          <a:ln w="1905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25400" dir="5400000">
              <a:srgbClr val="0F172A">
                <a:alpha val="18000"/>
              </a:srgbClr>
            </a:outerShdw>
          </a:effectLst>
        </p:spPr>
      </p:sp>
      <p:sp>
        <p:nvSpPr>
          <p:cNvPr id="35" name="Numero 6"/>
          <p:cNvSpPr txBox="1"/>
          <p:nvPr/>
        </p:nvSpPr>
        <p:spPr>
          <a:xfrm>
            <a:off x="8476488" y="4779699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6</a:t>
            </a:r>
            <a:endParaRPr lang="en-US" sz="1300" dirty="0"/>
          </a:p>
        </p:txBody>
      </p:sp>
      <p:sp>
        <p:nvSpPr>
          <p:cNvPr id="36" name="Leyenda 6"/>
          <p:cNvSpPr txBox="1"/>
          <p:nvPr/>
        </p:nvSpPr>
        <p:spPr>
          <a:xfrm>
            <a:off x="8915400" y="4761411"/>
            <a:ext cx="2816352" cy="65967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Zona horaria</a:t>
            </a:r>
            <a:endParaRPr lang="en-US" sz="1400" dirty="0"/>
          </a:p>
          <a:p>
            <a:pPr indent="0" marL="0">
              <a:buNone/>
            </a:pPr>
            <a:r>
              <a:rPr lang="en-US" sz="1200" dirty="0">
                <a:solidFill>
                  <a:schemeClr val="accent5"/>
                </a:solidFill>
              </a:rPr>
              <a:t>Para fechas de avisos y mantenimientos (formato IANA).</a:t>
            </a:r>
            <a:endParaRPr lang="en-US" sz="1400" dirty="0"/>
          </a:p>
        </p:txBody>
      </p:sp>
      <p:sp>
        <p:nvSpPr>
          <p:cNvPr id="37" name="Marcador 7"/>
          <p:cNvSpPr/>
          <p:nvPr/>
        </p:nvSpPr>
        <p:spPr>
          <a:xfrm>
            <a:off x="8476488" y="5485094"/>
            <a:ext cx="329184" cy="329184"/>
          </a:xfrm>
          <a:prstGeom prst="ellipse">
            <a:avLst/>
          </a:prstGeom>
          <a:solidFill>
            <a:schemeClr val="accent2"/>
          </a:solidFill>
          <a:ln w="1905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25400" dir="5400000">
              <a:srgbClr val="0F172A">
                <a:alpha val="18000"/>
              </a:srgbClr>
            </a:outerShdw>
          </a:effectLst>
        </p:spPr>
      </p:sp>
      <p:sp>
        <p:nvSpPr>
          <p:cNvPr id="38" name="Numero 7"/>
          <p:cNvSpPr txBox="1"/>
          <p:nvPr/>
        </p:nvSpPr>
        <p:spPr>
          <a:xfrm>
            <a:off x="8476488" y="5485094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7</a:t>
            </a:r>
            <a:endParaRPr lang="en-US" sz="1300" dirty="0"/>
          </a:p>
        </p:txBody>
      </p:sp>
      <p:sp>
        <p:nvSpPr>
          <p:cNvPr id="39" name="Leyenda 7"/>
          <p:cNvSpPr txBox="1"/>
          <p:nvPr/>
        </p:nvSpPr>
        <p:spPr>
          <a:xfrm>
            <a:off x="8915400" y="5466806"/>
            <a:ext cx="2816352" cy="65967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Guardar</a:t>
            </a:r>
            <a:endParaRPr lang="en-US" sz="1400" dirty="0"/>
          </a:p>
          <a:p>
            <a:pPr indent="0" marL="0">
              <a:buNone/>
            </a:pPr>
            <a:r>
              <a:rPr lang="en-US" sz="1200" dirty="0">
                <a:solidFill>
                  <a:schemeClr val="accent5"/>
                </a:solidFill>
              </a:rPr>
              <a:t>Los cambios se aplican en todas las páginas.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4552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4748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20</a:t>
            </a:fld>
            <a:endParaRPr lang="en-US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2"/>
                </a:solidFill>
              </a:rPr>
              <a:t>Botones que verás en todo el panel</a:t>
            </a:r>
            <a:endParaRPr lang="en-US" sz="3600" dirty="0"/>
          </a:p>
        </p:txBody>
      </p:sp>
      <p:sp>
        <p:nvSpPr>
          <p:cNvPr id="3" name="Boton + Nuevo"/>
          <p:cNvSpPr/>
          <p:nvPr/>
        </p:nvSpPr>
        <p:spPr>
          <a:xfrm>
            <a:off x="457200" y="1371600"/>
            <a:ext cx="1920240" cy="566928"/>
          </a:xfrm>
          <a:prstGeom prst="roundRect">
            <a:avLst>
              <a:gd name="adj" fmla="val 16129"/>
            </a:avLst>
          </a:prstGeom>
          <a:solidFill>
            <a:schemeClr val="accent1"/>
          </a:solidFill>
          <a:ln w="15875">
            <a:solidFill>
              <a:schemeClr val="accent1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457200" y="1371600"/>
            <a:ext cx="1920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+ Nuevo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2606040" y="1325880"/>
            <a:ext cx="32918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Crea un registro nuevo en la sección actual.</a:t>
            </a:r>
            <a:endParaRPr lang="en-US" sz="1400" dirty="0"/>
          </a:p>
        </p:txBody>
      </p:sp>
      <p:sp>
        <p:nvSpPr>
          <p:cNvPr id="6" name="Boton Editar"/>
          <p:cNvSpPr/>
          <p:nvPr/>
        </p:nvSpPr>
        <p:spPr>
          <a:xfrm>
            <a:off x="6245352" y="1371600"/>
            <a:ext cx="1920240" cy="566928"/>
          </a:xfrm>
          <a:prstGeom prst="roundRect">
            <a:avLst>
              <a:gd name="adj" fmla="val 16129"/>
            </a:avLst>
          </a:prstGeom>
          <a:solidFill>
            <a:schemeClr val="bg1"/>
          </a:solidFill>
          <a:ln w="15875">
            <a:solidFill>
              <a:schemeClr val="accent1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245352" y="1371600"/>
            <a:ext cx="1920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accent1"/>
                </a:solidFill>
              </a:rPr>
              <a:t>Editar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8394192" y="1325880"/>
            <a:ext cx="32918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Abre el formulario del registro para modificarlo.</a:t>
            </a:r>
            <a:endParaRPr lang="en-US" sz="1400" dirty="0"/>
          </a:p>
        </p:txBody>
      </p:sp>
      <p:sp>
        <p:nvSpPr>
          <p:cNvPr id="9" name="Boton Desactivar"/>
          <p:cNvSpPr/>
          <p:nvPr/>
        </p:nvSpPr>
        <p:spPr>
          <a:xfrm>
            <a:off x="457200" y="2560320"/>
            <a:ext cx="1920240" cy="566928"/>
          </a:xfrm>
          <a:prstGeom prst="roundRect">
            <a:avLst>
              <a:gd name="adj" fmla="val 16129"/>
            </a:avLst>
          </a:prstGeom>
          <a:solidFill>
            <a:schemeClr val="bg1"/>
          </a:solidFill>
          <a:ln w="15875">
            <a:solidFill>
              <a:schemeClr val="accent6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57200" y="2560320"/>
            <a:ext cx="1920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accent6"/>
                </a:solidFill>
              </a:rPr>
              <a:t>Desactivar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2606040" y="2514600"/>
            <a:ext cx="32918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Oculta el registro sin borrarlo; se puede volver a Activar.</a:t>
            </a:r>
            <a:endParaRPr lang="en-US" sz="1400" dirty="0"/>
          </a:p>
        </p:txBody>
      </p:sp>
      <p:sp>
        <p:nvSpPr>
          <p:cNvPr id="12" name="Boton ✓ Guardar"/>
          <p:cNvSpPr/>
          <p:nvPr/>
        </p:nvSpPr>
        <p:spPr>
          <a:xfrm>
            <a:off x="6245352" y="2560320"/>
            <a:ext cx="1920240" cy="566928"/>
          </a:xfrm>
          <a:prstGeom prst="roundRect">
            <a:avLst>
              <a:gd name="adj" fmla="val 16129"/>
            </a:avLst>
          </a:prstGeom>
          <a:solidFill>
            <a:schemeClr val="accent1"/>
          </a:solidFill>
          <a:ln w="15875">
            <a:solidFill>
              <a:schemeClr val="accent1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245352" y="2560320"/>
            <a:ext cx="1920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✓ Guardar</a:t>
            </a:r>
            <a:endParaRPr lang="en-US" sz="1500" dirty="0"/>
          </a:p>
        </p:txBody>
      </p:sp>
      <p:sp>
        <p:nvSpPr>
          <p:cNvPr id="14" name="Text 12"/>
          <p:cNvSpPr txBox="1"/>
          <p:nvPr/>
        </p:nvSpPr>
        <p:spPr>
          <a:xfrm>
            <a:off x="8394192" y="2514600"/>
            <a:ext cx="32918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Guarda los cambios del formulario.</a:t>
            </a:r>
            <a:endParaRPr lang="en-US" sz="1400" dirty="0"/>
          </a:p>
        </p:txBody>
      </p:sp>
      <p:sp>
        <p:nvSpPr>
          <p:cNvPr id="15" name="Boton ✕ Cancelar"/>
          <p:cNvSpPr/>
          <p:nvPr/>
        </p:nvSpPr>
        <p:spPr>
          <a:xfrm>
            <a:off x="457200" y="3749040"/>
            <a:ext cx="1920240" cy="566928"/>
          </a:xfrm>
          <a:prstGeom prst="roundRect">
            <a:avLst>
              <a:gd name="adj" fmla="val 16129"/>
            </a:avLst>
          </a:prstGeom>
          <a:solidFill>
            <a:schemeClr val="bg2"/>
          </a:solidFill>
          <a:ln w="15875">
            <a:solidFill>
              <a:schemeClr val="tx1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457200" y="3749040"/>
            <a:ext cx="1920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✕ Cancelar</a:t>
            </a:r>
            <a:endParaRPr lang="en-US" sz="1500" dirty="0"/>
          </a:p>
        </p:txBody>
      </p:sp>
      <p:sp>
        <p:nvSpPr>
          <p:cNvPr id="17" name="Text 15"/>
          <p:cNvSpPr txBox="1"/>
          <p:nvPr/>
        </p:nvSpPr>
        <p:spPr>
          <a:xfrm>
            <a:off x="2606040" y="3703320"/>
            <a:ext cx="32918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Sale del formulario sin guardar.</a:t>
            </a:r>
            <a:endParaRPr lang="en-US" sz="1400" dirty="0"/>
          </a:p>
        </p:txBody>
      </p:sp>
      <p:sp>
        <p:nvSpPr>
          <p:cNvPr id="18" name="Boton Buscar"/>
          <p:cNvSpPr/>
          <p:nvPr/>
        </p:nvSpPr>
        <p:spPr>
          <a:xfrm>
            <a:off x="6245352" y="3749040"/>
            <a:ext cx="1920240" cy="566928"/>
          </a:xfrm>
          <a:prstGeom prst="roundRect">
            <a:avLst>
              <a:gd name="adj" fmla="val 16129"/>
            </a:avLst>
          </a:prstGeom>
          <a:solidFill>
            <a:schemeClr val="bg2"/>
          </a:solidFill>
          <a:ln w="15875">
            <a:solidFill>
              <a:schemeClr val="tx1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6245352" y="3749040"/>
            <a:ext cx="1920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Buscar</a:t>
            </a:r>
            <a:endParaRPr lang="en-US" sz="1500" dirty="0"/>
          </a:p>
        </p:txBody>
      </p:sp>
      <p:sp>
        <p:nvSpPr>
          <p:cNvPr id="20" name="Text 18"/>
          <p:cNvSpPr txBox="1"/>
          <p:nvPr/>
        </p:nvSpPr>
        <p:spPr>
          <a:xfrm>
            <a:off x="8394192" y="3703320"/>
            <a:ext cx="32918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Aplica la búsqueda y los filtros de la lista.</a:t>
            </a:r>
            <a:endParaRPr lang="en-US" sz="1400" dirty="0"/>
          </a:p>
        </p:txBody>
      </p:sp>
      <p:sp>
        <p:nvSpPr>
          <p:cNvPr id="21" name="Boton Ir al portal"/>
          <p:cNvSpPr/>
          <p:nvPr/>
        </p:nvSpPr>
        <p:spPr>
          <a:xfrm>
            <a:off x="457200" y="4937760"/>
            <a:ext cx="1920240" cy="566928"/>
          </a:xfrm>
          <a:prstGeom prst="roundRect">
            <a:avLst>
              <a:gd name="adj" fmla="val 16129"/>
            </a:avLst>
          </a:prstGeom>
          <a:solidFill>
            <a:schemeClr val="bg2"/>
          </a:solidFill>
          <a:ln w="15875">
            <a:solidFill>
              <a:schemeClr val="tx1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457200" y="4937760"/>
            <a:ext cx="1920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Ir al portal</a:t>
            </a:r>
            <a:endParaRPr lang="en-US" sz="1500" dirty="0"/>
          </a:p>
        </p:txBody>
      </p:sp>
      <p:sp>
        <p:nvSpPr>
          <p:cNvPr id="23" name="Text 21"/>
          <p:cNvSpPr txBox="1"/>
          <p:nvPr/>
        </p:nvSpPr>
        <p:spPr>
          <a:xfrm>
            <a:off x="2606040" y="4892040"/>
            <a:ext cx="32918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Regresa al portal público.</a:t>
            </a:r>
            <a:endParaRPr lang="en-US" sz="1400" dirty="0"/>
          </a:p>
        </p:txBody>
      </p:sp>
      <p:sp>
        <p:nvSpPr>
          <p:cNvPr id="24" name="Boton Cerrar sesión"/>
          <p:cNvSpPr/>
          <p:nvPr/>
        </p:nvSpPr>
        <p:spPr>
          <a:xfrm>
            <a:off x="6245352" y="4937760"/>
            <a:ext cx="1920240" cy="566928"/>
          </a:xfrm>
          <a:prstGeom prst="roundRect">
            <a:avLst>
              <a:gd name="adj" fmla="val 16129"/>
            </a:avLst>
          </a:prstGeom>
          <a:solidFill>
            <a:schemeClr val="bg1"/>
          </a:solidFill>
          <a:ln w="15875">
            <a:solidFill>
              <a:schemeClr val="accent5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6245352" y="4937760"/>
            <a:ext cx="1920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accent5"/>
                </a:solidFill>
              </a:rPr>
              <a:t>Cerrar sesión</a:t>
            </a:r>
            <a:endParaRPr lang="en-US" sz="1500" dirty="0"/>
          </a:p>
        </p:txBody>
      </p:sp>
      <p:sp>
        <p:nvSpPr>
          <p:cNvPr id="26" name="Text 24"/>
          <p:cNvSpPr txBox="1"/>
          <p:nvPr/>
        </p:nvSpPr>
        <p:spPr>
          <a:xfrm>
            <a:off x="8394192" y="4892040"/>
            <a:ext cx="32918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Termina tu sesión de administrador.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4552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4748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21</a:t>
            </a:fld>
            <a:endParaRPr lang="en-US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2103120"/>
            <a:ext cx="10698480" cy="118872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l" indent="0" marL="0">
              <a:buNone/>
            </a:pPr>
            <a:r>
              <a:rPr lang="en-US" sz="5400" b="1" dirty="0">
                <a:solidFill>
                  <a:schemeClr val="bg1"/>
                </a:solidFill>
              </a:rPr>
              <a:t>¿Dudas o una aplicación que falta?</a:t>
            </a:r>
            <a:endParaRPr lang="en-US" sz="54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3429000"/>
            <a:ext cx="1069848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2200" dirty="0">
                <a:solidFill>
                  <a:schemeClr val="bg2"/>
                </a:solidFill>
              </a:rPr>
              <a:t>Contacta a un administrador del portal. Esta guía se descarga desde el menú ⋮ del portal.</a:t>
            </a:r>
            <a:endParaRPr lang="en-US" sz="2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QuickLinks">
  <a:themeElements>
    <a:clrScheme name="QuickLinks">
      <a:dk1>
        <a:srgbClr val="1F2937"/>
      </a:dk1>
      <a:lt1>
        <a:srgbClr val="FFFFFF"/>
      </a:lt1>
      <a:dk2>
        <a:srgbClr val="0D4D84"/>
      </a:dk2>
      <a:lt2>
        <a:srgbClr val="F1F5F9"/>
      </a:lt2>
      <a:accent1>
        <a:srgbClr val="0D4D84"/>
      </a:accent1>
      <a:accent2>
        <a:srgbClr val="E8590C"/>
      </a:accent2>
      <a:accent3>
        <a:srgbClr val="0F9D76"/>
      </a:accent3>
      <a:accent4>
        <a:srgbClr val="FCD34D"/>
      </a:accent4>
      <a:accent5>
        <a:srgbClr val="64748B"/>
      </a:accent5>
      <a:accent6>
        <a:srgbClr val="DC3545"/>
      </a:accent6>
      <a:hlink>
        <a:srgbClr val="0D4D84"/>
      </a:hlink>
      <a:folHlink>
        <a:srgbClr val="5B21B6"/>
      </a:folHlink>
    </a:clrScheme>
    <a:fontScheme name="QuickLinks">
      <a:majorFont>
        <a:latin typeface="Calibr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22</Slides>
  <Notes>22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QuickLinks - Guía de uso</dc:title>
  <dc:subject>PptxGenJS Presentation</dc:subject>
  <dc:creator>QuickLinks</dc:creator>
  <cp:lastModifiedBy>QuickLinks</cp:lastModifiedBy>
  <cp:revision>1</cp:revision>
  <dcterms:created xsi:type="dcterms:W3CDTF">2026-11-01T20:07:16Z</dcterms:created>
  <dcterms:modified xsi:type="dcterms:W3CDTF">2026-11-01T20:07:16Z</dcterms:modified>
</cp:coreProperties>
</file>